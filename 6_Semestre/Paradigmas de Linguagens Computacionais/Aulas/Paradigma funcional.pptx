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9" r:id="rId5"/>
    <p:sldId id="280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81" r:id="rId15"/>
    <p:sldId id="282" r:id="rId16"/>
    <p:sldId id="267" r:id="rId17"/>
    <p:sldId id="268" r:id="rId18"/>
    <p:sldId id="278" r:id="rId19"/>
    <p:sldId id="283" r:id="rId20"/>
    <p:sldId id="285" r:id="rId21"/>
    <p:sldId id="284" r:id="rId22"/>
    <p:sldId id="286" r:id="rId23"/>
    <p:sldId id="288" r:id="rId24"/>
    <p:sldId id="289" r:id="rId25"/>
    <p:sldId id="290" r:id="rId26"/>
    <p:sldId id="291" r:id="rId27"/>
    <p:sldId id="292" r:id="rId28"/>
    <p:sldId id="287" r:id="rId29"/>
    <p:sldId id="293" r:id="rId30"/>
    <p:sldId id="294" r:id="rId31"/>
    <p:sldId id="298" r:id="rId32"/>
    <p:sldId id="295" r:id="rId33"/>
    <p:sldId id="299" r:id="rId34"/>
    <p:sldId id="296" r:id="rId35"/>
    <p:sldId id="297" r:id="rId36"/>
    <p:sldId id="300" r:id="rId37"/>
    <p:sldId id="301" r:id="rId38"/>
    <p:sldId id="302" r:id="rId39"/>
    <p:sldId id="303" r:id="rId40"/>
    <p:sldId id="305" r:id="rId41"/>
    <p:sldId id="304" r:id="rId42"/>
    <p:sldId id="306" r:id="rId4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C20B6-DD0F-4D72-987A-B17B4DFEF93E}" v="43" dt="2026-09-22T17:45:42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Enrique Parra Muñoz" userId="10db8d64795bb4a0" providerId="LiveId" clId="{FAD1B159-A0A5-477E-9E49-038D595E69E3}"/>
    <pc:docChg chg="custSel addSld modSld sldOrd">
      <pc:chgData name="Miguel Enrique Parra Muñoz" userId="10db8d64795bb4a0" providerId="LiveId" clId="{FAD1B159-A0A5-477E-9E49-038D595E69E3}" dt="2026-09-22T17:49:52.711" v="677" actId="26606"/>
      <pc:docMkLst>
        <pc:docMk/>
      </pc:docMkLst>
      <pc:sldChg chg="addSp delSp modSp mod setBg addAnim setClrOvrMap">
        <pc:chgData name="Miguel Enrique Parra Muñoz" userId="10db8d64795bb4a0" providerId="LiveId" clId="{FAD1B159-A0A5-477E-9E49-038D595E69E3}" dt="2026-09-22T16:16:02.045" v="25"/>
        <pc:sldMkLst>
          <pc:docMk/>
          <pc:sldMk cId="3061372972" sldId="278"/>
        </pc:sldMkLst>
        <pc:spChg chg="mod">
          <ac:chgData name="Miguel Enrique Parra Muñoz" userId="10db8d64795bb4a0" providerId="LiveId" clId="{FAD1B159-A0A5-477E-9E49-038D595E69E3}" dt="2026-09-22T16:16:02.029" v="24" actId="26606"/>
          <ac:spMkLst>
            <pc:docMk/>
            <pc:sldMk cId="3061372972" sldId="278"/>
            <ac:spMk id="2" creationId="{BFD58156-F12D-F755-8020-4565A1686F06}"/>
          </ac:spMkLst>
        </pc:spChg>
        <pc:spChg chg="del">
          <ac:chgData name="Miguel Enrique Parra Muñoz" userId="10db8d64795bb4a0" providerId="LiveId" clId="{FAD1B159-A0A5-477E-9E49-038D595E69E3}" dt="2026-09-22T16:15:54.357" v="23" actId="478"/>
          <ac:spMkLst>
            <pc:docMk/>
            <pc:sldMk cId="3061372972" sldId="278"/>
            <ac:spMk id="3" creationId="{EE68B0EF-A062-0A70-8222-D5DC12A05E77}"/>
          </ac:spMkLst>
        </pc:spChg>
        <pc:spChg chg="add">
          <ac:chgData name="Miguel Enrique Parra Muñoz" userId="10db8d64795bb4a0" providerId="LiveId" clId="{FAD1B159-A0A5-477E-9E49-038D595E69E3}" dt="2026-09-22T16:16:02.029" v="24" actId="26606"/>
          <ac:spMkLst>
            <pc:docMk/>
            <pc:sldMk cId="3061372972" sldId="278"/>
            <ac:spMk id="8" creationId="{71B2258F-86CA-4D4D-8270-BC05FCDEBFB3}"/>
          </ac:spMkLst>
        </pc:spChg>
        <pc:picChg chg="add">
          <ac:chgData name="Miguel Enrique Parra Muñoz" userId="10db8d64795bb4a0" providerId="LiveId" clId="{FAD1B159-A0A5-477E-9E49-038D595E69E3}" dt="2026-09-22T16:16:02.029" v="24" actId="26606"/>
          <ac:picMkLst>
            <pc:docMk/>
            <pc:sldMk cId="3061372972" sldId="278"/>
            <ac:picMk id="4" creationId="{2526D04A-EA2C-9350-1EF9-41EE1DEC7F0F}"/>
          </ac:picMkLst>
        </pc:picChg>
      </pc:sldChg>
      <pc:sldChg chg="addSp modSp add mod setBg">
        <pc:chgData name="Miguel Enrique Parra Muñoz" userId="10db8d64795bb4a0" providerId="LiveId" clId="{FAD1B159-A0A5-477E-9E49-038D595E69E3}" dt="2026-09-22T17:47:59.937" v="662" actId="26606"/>
        <pc:sldMkLst>
          <pc:docMk/>
          <pc:sldMk cId="2362171634" sldId="283"/>
        </pc:sldMkLst>
        <pc:spChg chg="mo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2" creationId="{2E8C92BB-BB24-9C38-149B-247246E32077}"/>
          </ac:spMkLst>
        </pc:spChg>
        <pc:spChg chg="mo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3" creationId="{DBFBF458-3258-AB79-B752-24F2D6CADEB9}"/>
          </ac:spMkLst>
        </pc:spChg>
        <pc:spChg chg="ad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10" creationId="{058A14AF-9FB5-4CC7-BA35-E8E85D3EDF0E}"/>
          </ac:spMkLst>
        </pc:spChg>
        <pc:spChg chg="ad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12" creationId="{3A9A4357-BD1D-4622-A4FE-766E6AB8DE84}"/>
          </ac:spMkLst>
        </pc:spChg>
        <pc:spChg chg="ad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14" creationId="{E659831F-0D9A-4C63-9EBB-8435B85A440F}"/>
          </ac:spMkLst>
        </pc:spChg>
        <pc:spChg chg="add">
          <ac:chgData name="Miguel Enrique Parra Muñoz" userId="10db8d64795bb4a0" providerId="LiveId" clId="{FAD1B159-A0A5-477E-9E49-038D595E69E3}" dt="2026-09-22T17:47:59.937" v="662" actId="26606"/>
          <ac:spMkLst>
            <pc:docMk/>
            <pc:sldMk cId="2362171634" sldId="283"/>
            <ac:spMk id="16" creationId="{E6995CE5-F890-4ABA-82A2-26507CE8D2A3}"/>
          </ac:spMkLst>
        </pc:spChg>
        <pc:picChg chg="add mod">
          <ac:chgData name="Miguel Enrique Parra Muñoz" userId="10db8d64795bb4a0" providerId="LiveId" clId="{FAD1B159-A0A5-477E-9E49-038D595E69E3}" dt="2026-09-22T17:47:59.937" v="662" actId="26606"/>
          <ac:picMkLst>
            <pc:docMk/>
            <pc:sldMk cId="2362171634" sldId="283"/>
            <ac:picMk id="5" creationId="{AB775D3B-E4BE-1DA0-8500-44E0B3C62C7F}"/>
          </ac:picMkLst>
        </pc:picChg>
      </pc:sldChg>
      <pc:sldChg chg="modSp add mod">
        <pc:chgData name="Miguel Enrique Parra Muñoz" userId="10db8d64795bb4a0" providerId="LiveId" clId="{FAD1B159-A0A5-477E-9E49-038D595E69E3}" dt="2026-09-22T16:32:15.879" v="164" actId="20577"/>
        <pc:sldMkLst>
          <pc:docMk/>
          <pc:sldMk cId="2340749458" sldId="284"/>
        </pc:sldMkLst>
        <pc:spChg chg="mod">
          <ac:chgData name="Miguel Enrique Parra Muñoz" userId="10db8d64795bb4a0" providerId="LiveId" clId="{FAD1B159-A0A5-477E-9E49-038D595E69E3}" dt="2026-09-22T16:32:15.879" v="164" actId="20577"/>
          <ac:spMkLst>
            <pc:docMk/>
            <pc:sldMk cId="2340749458" sldId="284"/>
            <ac:spMk id="3" creationId="{83A8FA37-816C-CF48-2FB1-E5888D07D561}"/>
          </ac:spMkLst>
        </pc:spChg>
      </pc:sldChg>
      <pc:sldChg chg="addSp modSp add mod ord">
        <pc:chgData name="Miguel Enrique Parra Muñoz" userId="10db8d64795bb4a0" providerId="LiveId" clId="{FAD1B159-A0A5-477E-9E49-038D595E69E3}" dt="2026-09-22T16:33:11.545" v="172" actId="1076"/>
        <pc:sldMkLst>
          <pc:docMk/>
          <pc:sldMk cId="3523590198" sldId="285"/>
        </pc:sldMkLst>
        <pc:picChg chg="add mod">
          <ac:chgData name="Miguel Enrique Parra Muñoz" userId="10db8d64795bb4a0" providerId="LiveId" clId="{FAD1B159-A0A5-477E-9E49-038D595E69E3}" dt="2026-09-22T16:32:55.834" v="170" actId="1076"/>
          <ac:picMkLst>
            <pc:docMk/>
            <pc:sldMk cId="3523590198" sldId="285"/>
            <ac:picMk id="5" creationId="{8370FF6A-3F50-1491-BB6F-E93B84376841}"/>
          </ac:picMkLst>
        </pc:picChg>
        <pc:picChg chg="add mod">
          <ac:chgData name="Miguel Enrique Parra Muñoz" userId="10db8d64795bb4a0" providerId="LiveId" clId="{FAD1B159-A0A5-477E-9E49-038D595E69E3}" dt="2026-09-22T16:33:11.545" v="172" actId="1076"/>
          <ac:picMkLst>
            <pc:docMk/>
            <pc:sldMk cId="3523590198" sldId="285"/>
            <ac:picMk id="7" creationId="{856E0D9B-6A49-78AA-8D6D-5C5D7E64DE7D}"/>
          </ac:picMkLst>
        </pc:picChg>
      </pc:sldChg>
      <pc:sldChg chg="addSp modSp add mod">
        <pc:chgData name="Miguel Enrique Parra Muñoz" userId="10db8d64795bb4a0" providerId="LiveId" clId="{FAD1B159-A0A5-477E-9E49-038D595E69E3}" dt="2026-09-22T16:37:27.113" v="186" actId="14100"/>
        <pc:sldMkLst>
          <pc:docMk/>
          <pc:sldMk cId="3390401280" sldId="286"/>
        </pc:sldMkLst>
        <pc:spChg chg="mod">
          <ac:chgData name="Miguel Enrique Parra Muñoz" userId="10db8d64795bb4a0" providerId="LiveId" clId="{FAD1B159-A0A5-477E-9E49-038D595E69E3}" dt="2026-09-22T16:35:17.839" v="173"/>
          <ac:spMkLst>
            <pc:docMk/>
            <pc:sldMk cId="3390401280" sldId="286"/>
            <ac:spMk id="2" creationId="{72F0A8C7-5445-F00B-32DB-FE11A72F5B98}"/>
          </ac:spMkLst>
        </pc:spChg>
        <pc:spChg chg="mod">
          <ac:chgData name="Miguel Enrique Parra Muñoz" userId="10db8d64795bb4a0" providerId="LiveId" clId="{FAD1B159-A0A5-477E-9E49-038D595E69E3}" dt="2026-09-22T16:35:49.626" v="178" actId="20577"/>
          <ac:spMkLst>
            <pc:docMk/>
            <pc:sldMk cId="3390401280" sldId="286"/>
            <ac:spMk id="3" creationId="{B3E8A238-55EA-86A6-58C7-A48A542A5BB7}"/>
          </ac:spMkLst>
        </pc:spChg>
        <pc:picChg chg="add mod">
          <ac:chgData name="Miguel Enrique Parra Muñoz" userId="10db8d64795bb4a0" providerId="LiveId" clId="{FAD1B159-A0A5-477E-9E49-038D595E69E3}" dt="2026-09-22T16:37:19.504" v="182" actId="1076"/>
          <ac:picMkLst>
            <pc:docMk/>
            <pc:sldMk cId="3390401280" sldId="286"/>
            <ac:picMk id="5" creationId="{0E6BF4E8-BB55-A24A-8F6D-C71A432444DB}"/>
          </ac:picMkLst>
        </pc:picChg>
        <pc:picChg chg="add mod">
          <ac:chgData name="Miguel Enrique Parra Muñoz" userId="10db8d64795bb4a0" providerId="LiveId" clId="{FAD1B159-A0A5-477E-9E49-038D595E69E3}" dt="2026-09-22T16:37:27.113" v="186" actId="14100"/>
          <ac:picMkLst>
            <pc:docMk/>
            <pc:sldMk cId="3390401280" sldId="286"/>
            <ac:picMk id="7" creationId="{11006036-5582-A5C1-70B4-663B3DCF4AC9}"/>
          </ac:picMkLst>
        </pc:picChg>
      </pc:sldChg>
      <pc:sldChg chg="addSp modSp add mod ord">
        <pc:chgData name="Miguel Enrique Parra Muñoz" userId="10db8d64795bb4a0" providerId="LiveId" clId="{FAD1B159-A0A5-477E-9E49-038D595E69E3}" dt="2026-09-22T16:53:54.378" v="220" actId="1076"/>
        <pc:sldMkLst>
          <pc:docMk/>
          <pc:sldMk cId="3001709709" sldId="287"/>
        </pc:sldMkLst>
        <pc:spChg chg="mod">
          <ac:chgData name="Miguel Enrique Parra Muñoz" userId="10db8d64795bb4a0" providerId="LiveId" clId="{FAD1B159-A0A5-477E-9E49-038D595E69E3}" dt="2026-09-22T16:37:54.744" v="190" actId="27636"/>
          <ac:spMkLst>
            <pc:docMk/>
            <pc:sldMk cId="3001709709" sldId="287"/>
            <ac:spMk id="2" creationId="{1474BD9D-449A-C02C-F78F-B41DEA776887}"/>
          </ac:spMkLst>
        </pc:spChg>
        <pc:spChg chg="mod">
          <ac:chgData name="Miguel Enrique Parra Muñoz" userId="10db8d64795bb4a0" providerId="LiveId" clId="{FAD1B159-A0A5-477E-9E49-038D595E69E3}" dt="2026-09-22T16:37:56.384" v="191"/>
          <ac:spMkLst>
            <pc:docMk/>
            <pc:sldMk cId="3001709709" sldId="287"/>
            <ac:spMk id="3" creationId="{B37ED3C4-0DC6-0C15-A817-C9010C366665}"/>
          </ac:spMkLst>
        </pc:spChg>
        <pc:picChg chg="add mod">
          <ac:chgData name="Miguel Enrique Parra Muñoz" userId="10db8d64795bb4a0" providerId="LiveId" clId="{FAD1B159-A0A5-477E-9E49-038D595E69E3}" dt="2026-09-22T16:39:28.791" v="195" actId="1076"/>
          <ac:picMkLst>
            <pc:docMk/>
            <pc:sldMk cId="3001709709" sldId="287"/>
            <ac:picMk id="5" creationId="{EA94C595-5827-47E6-25D7-5CE36AB83E88}"/>
          </ac:picMkLst>
        </pc:picChg>
        <pc:picChg chg="add mod">
          <ac:chgData name="Miguel Enrique Parra Muñoz" userId="10db8d64795bb4a0" providerId="LiveId" clId="{FAD1B159-A0A5-477E-9E49-038D595E69E3}" dt="2026-09-22T16:53:52.761" v="219" actId="1076"/>
          <ac:picMkLst>
            <pc:docMk/>
            <pc:sldMk cId="3001709709" sldId="287"/>
            <ac:picMk id="7" creationId="{BE83448B-BC90-C447-4958-8DACD6EDB378}"/>
          </ac:picMkLst>
        </pc:picChg>
        <pc:picChg chg="add mod">
          <ac:chgData name="Miguel Enrique Parra Muñoz" userId="10db8d64795bb4a0" providerId="LiveId" clId="{FAD1B159-A0A5-477E-9E49-038D595E69E3}" dt="2026-09-22T16:53:54.378" v="220" actId="1076"/>
          <ac:picMkLst>
            <pc:docMk/>
            <pc:sldMk cId="3001709709" sldId="287"/>
            <ac:picMk id="9" creationId="{6862C34F-1A04-C9B8-4FF8-1900724F6176}"/>
          </ac:picMkLst>
        </pc:picChg>
      </pc:sldChg>
      <pc:sldChg chg="addSp delSp modSp add mod setBg">
        <pc:chgData name="Miguel Enrique Parra Muñoz" userId="10db8d64795bb4a0" providerId="LiveId" clId="{FAD1B159-A0A5-477E-9E49-038D595E69E3}" dt="2026-09-22T17:48:27.420" v="664" actId="26606"/>
        <pc:sldMkLst>
          <pc:docMk/>
          <pc:sldMk cId="3050675248" sldId="288"/>
        </pc:sldMkLst>
        <pc:spChg chg="mod">
          <ac:chgData name="Miguel Enrique Parra Muñoz" userId="10db8d64795bb4a0" providerId="LiveId" clId="{FAD1B159-A0A5-477E-9E49-038D595E69E3}" dt="2026-09-22T17:48:27.420" v="664" actId="26606"/>
          <ac:spMkLst>
            <pc:docMk/>
            <pc:sldMk cId="3050675248" sldId="288"/>
            <ac:spMk id="2" creationId="{439E1CB9-8F03-2B68-7E16-502529690C11}"/>
          </ac:spMkLst>
        </pc:spChg>
        <pc:spChg chg="del">
          <ac:chgData name="Miguel Enrique Parra Muñoz" userId="10db8d64795bb4a0" providerId="LiveId" clId="{FAD1B159-A0A5-477E-9E49-038D595E69E3}" dt="2026-09-22T17:48:23.889" v="663" actId="478"/>
          <ac:spMkLst>
            <pc:docMk/>
            <pc:sldMk cId="3050675248" sldId="288"/>
            <ac:spMk id="3" creationId="{3245CE4D-226D-AF29-10D3-C3AD99D28740}"/>
          </ac:spMkLst>
        </pc:spChg>
        <pc:spChg chg="add">
          <ac:chgData name="Miguel Enrique Parra Muñoz" userId="10db8d64795bb4a0" providerId="LiveId" clId="{FAD1B159-A0A5-477E-9E49-038D595E69E3}" dt="2026-09-22T17:48:27.420" v="664" actId="26606"/>
          <ac:spMkLst>
            <pc:docMk/>
            <pc:sldMk cId="3050675248" sldId="288"/>
            <ac:spMk id="10" creationId="{68AF5748-FED8-45BA-8631-26D1D10F3246}"/>
          </ac:spMkLst>
        </pc:spChg>
        <pc:spChg chg="add">
          <ac:chgData name="Miguel Enrique Parra Muñoz" userId="10db8d64795bb4a0" providerId="LiveId" clId="{FAD1B159-A0A5-477E-9E49-038D595E69E3}" dt="2026-09-22T17:48:27.420" v="664" actId="26606"/>
          <ac:spMkLst>
            <pc:docMk/>
            <pc:sldMk cId="3050675248" sldId="288"/>
            <ac:spMk id="12" creationId="{AF2F604E-43BE-4DC3-B983-E071523364F8}"/>
          </ac:spMkLst>
        </pc:spChg>
        <pc:spChg chg="add">
          <ac:chgData name="Miguel Enrique Parra Muñoz" userId="10db8d64795bb4a0" providerId="LiveId" clId="{FAD1B159-A0A5-477E-9E49-038D595E69E3}" dt="2026-09-22T17:48:27.420" v="664" actId="26606"/>
          <ac:spMkLst>
            <pc:docMk/>
            <pc:sldMk cId="3050675248" sldId="288"/>
            <ac:spMk id="14" creationId="{08C9B587-E65E-4B52-B37C-ABEBB6E87928}"/>
          </ac:spMkLst>
        </pc:spChg>
        <pc:picChg chg="add mod">
          <ac:chgData name="Miguel Enrique Parra Muñoz" userId="10db8d64795bb4a0" providerId="LiveId" clId="{FAD1B159-A0A5-477E-9E49-038D595E69E3}" dt="2026-09-22T17:48:27.420" v="664" actId="26606"/>
          <ac:picMkLst>
            <pc:docMk/>
            <pc:sldMk cId="3050675248" sldId="288"/>
            <ac:picMk id="5" creationId="{3F2756BF-6EDE-67EF-EDF4-8AD67B5A895B}"/>
          </ac:picMkLst>
        </pc:picChg>
      </pc:sldChg>
      <pc:sldChg chg="addSp delSp modSp add mod setBg">
        <pc:chgData name="Miguel Enrique Parra Muñoz" userId="10db8d64795bb4a0" providerId="LiveId" clId="{FAD1B159-A0A5-477E-9E49-038D595E69E3}" dt="2026-09-22T17:48:33.138" v="666" actId="26606"/>
        <pc:sldMkLst>
          <pc:docMk/>
          <pc:sldMk cId="162636783" sldId="289"/>
        </pc:sldMkLst>
        <pc:spChg chg="mod">
          <ac:chgData name="Miguel Enrique Parra Muñoz" userId="10db8d64795bb4a0" providerId="LiveId" clId="{FAD1B159-A0A5-477E-9E49-038D595E69E3}" dt="2026-09-22T17:48:33.138" v="666" actId="26606"/>
          <ac:spMkLst>
            <pc:docMk/>
            <pc:sldMk cId="162636783" sldId="289"/>
            <ac:spMk id="2" creationId="{DC8E1C64-41E9-3CBD-BB81-9825C7AC1011}"/>
          </ac:spMkLst>
        </pc:spChg>
        <pc:spChg chg="del">
          <ac:chgData name="Miguel Enrique Parra Muñoz" userId="10db8d64795bb4a0" providerId="LiveId" clId="{FAD1B159-A0A5-477E-9E49-038D595E69E3}" dt="2026-09-22T17:48:31.279" v="665" actId="478"/>
          <ac:spMkLst>
            <pc:docMk/>
            <pc:sldMk cId="162636783" sldId="289"/>
            <ac:spMk id="3" creationId="{F83F6056-F04D-FD3E-ACDC-58515AC4BFA3}"/>
          </ac:spMkLst>
        </pc:spChg>
        <pc:spChg chg="add">
          <ac:chgData name="Miguel Enrique Parra Muñoz" userId="10db8d64795bb4a0" providerId="LiveId" clId="{FAD1B159-A0A5-477E-9E49-038D595E69E3}" dt="2026-09-22T17:48:33.138" v="666" actId="26606"/>
          <ac:spMkLst>
            <pc:docMk/>
            <pc:sldMk cId="162636783" sldId="289"/>
            <ac:spMk id="10" creationId="{68AF5748-FED8-45BA-8631-26D1D10F3246}"/>
          </ac:spMkLst>
        </pc:spChg>
        <pc:spChg chg="add">
          <ac:chgData name="Miguel Enrique Parra Muñoz" userId="10db8d64795bb4a0" providerId="LiveId" clId="{FAD1B159-A0A5-477E-9E49-038D595E69E3}" dt="2026-09-22T17:48:33.138" v="666" actId="26606"/>
          <ac:spMkLst>
            <pc:docMk/>
            <pc:sldMk cId="162636783" sldId="289"/>
            <ac:spMk id="12" creationId="{AF2F604E-43BE-4DC3-B983-E071523364F8}"/>
          </ac:spMkLst>
        </pc:spChg>
        <pc:spChg chg="add">
          <ac:chgData name="Miguel Enrique Parra Muñoz" userId="10db8d64795bb4a0" providerId="LiveId" clId="{FAD1B159-A0A5-477E-9E49-038D595E69E3}" dt="2026-09-22T17:48:33.138" v="666" actId="26606"/>
          <ac:spMkLst>
            <pc:docMk/>
            <pc:sldMk cId="162636783" sldId="289"/>
            <ac:spMk id="14" creationId="{08C9B587-E65E-4B52-B37C-ABEBB6E87928}"/>
          </ac:spMkLst>
        </pc:spChg>
        <pc:picChg chg="add mod">
          <ac:chgData name="Miguel Enrique Parra Muñoz" userId="10db8d64795bb4a0" providerId="LiveId" clId="{FAD1B159-A0A5-477E-9E49-038D595E69E3}" dt="2026-09-22T17:48:33.138" v="666" actId="26606"/>
          <ac:picMkLst>
            <pc:docMk/>
            <pc:sldMk cId="162636783" sldId="289"/>
            <ac:picMk id="5" creationId="{55465943-818A-33F2-D768-83429A025663}"/>
          </ac:picMkLst>
        </pc:picChg>
      </pc:sldChg>
      <pc:sldChg chg="addSp delSp modSp add mod setBg">
        <pc:chgData name="Miguel Enrique Parra Muñoz" userId="10db8d64795bb4a0" providerId="LiveId" clId="{FAD1B159-A0A5-477E-9E49-038D595E69E3}" dt="2026-09-22T17:48:38.138" v="668" actId="26606"/>
        <pc:sldMkLst>
          <pc:docMk/>
          <pc:sldMk cId="1044310825" sldId="290"/>
        </pc:sldMkLst>
        <pc:spChg chg="mod">
          <ac:chgData name="Miguel Enrique Parra Muñoz" userId="10db8d64795bb4a0" providerId="LiveId" clId="{FAD1B159-A0A5-477E-9E49-038D595E69E3}" dt="2026-09-22T17:48:38.138" v="668" actId="26606"/>
          <ac:spMkLst>
            <pc:docMk/>
            <pc:sldMk cId="1044310825" sldId="290"/>
            <ac:spMk id="2" creationId="{43A130B8-0C8B-6948-4FC6-0CCEFE700037}"/>
          </ac:spMkLst>
        </pc:spChg>
        <pc:spChg chg="del">
          <ac:chgData name="Miguel Enrique Parra Muñoz" userId="10db8d64795bb4a0" providerId="LiveId" clId="{FAD1B159-A0A5-477E-9E49-038D595E69E3}" dt="2026-09-22T17:48:36.138" v="667" actId="478"/>
          <ac:spMkLst>
            <pc:docMk/>
            <pc:sldMk cId="1044310825" sldId="290"/>
            <ac:spMk id="3" creationId="{198E093D-2D8B-E10D-0F45-8CC4E64D970C}"/>
          </ac:spMkLst>
        </pc:spChg>
        <pc:spChg chg="add">
          <ac:chgData name="Miguel Enrique Parra Muñoz" userId="10db8d64795bb4a0" providerId="LiveId" clId="{FAD1B159-A0A5-477E-9E49-038D595E69E3}" dt="2026-09-22T17:48:38.138" v="668" actId="26606"/>
          <ac:spMkLst>
            <pc:docMk/>
            <pc:sldMk cId="1044310825" sldId="290"/>
            <ac:spMk id="10" creationId="{68AF5748-FED8-45BA-8631-26D1D10F3246}"/>
          </ac:spMkLst>
        </pc:spChg>
        <pc:spChg chg="add">
          <ac:chgData name="Miguel Enrique Parra Muñoz" userId="10db8d64795bb4a0" providerId="LiveId" clId="{FAD1B159-A0A5-477E-9E49-038D595E69E3}" dt="2026-09-22T17:48:38.138" v="668" actId="26606"/>
          <ac:spMkLst>
            <pc:docMk/>
            <pc:sldMk cId="1044310825" sldId="290"/>
            <ac:spMk id="12" creationId="{AF2F604E-43BE-4DC3-B983-E071523364F8}"/>
          </ac:spMkLst>
        </pc:spChg>
        <pc:spChg chg="add">
          <ac:chgData name="Miguel Enrique Parra Muñoz" userId="10db8d64795bb4a0" providerId="LiveId" clId="{FAD1B159-A0A5-477E-9E49-038D595E69E3}" dt="2026-09-22T17:48:38.138" v="668" actId="26606"/>
          <ac:spMkLst>
            <pc:docMk/>
            <pc:sldMk cId="1044310825" sldId="290"/>
            <ac:spMk id="14" creationId="{08C9B587-E65E-4B52-B37C-ABEBB6E87928}"/>
          </ac:spMkLst>
        </pc:spChg>
        <pc:picChg chg="add mod">
          <ac:chgData name="Miguel Enrique Parra Muñoz" userId="10db8d64795bb4a0" providerId="LiveId" clId="{FAD1B159-A0A5-477E-9E49-038D595E69E3}" dt="2026-09-22T17:48:38.138" v="668" actId="26606"/>
          <ac:picMkLst>
            <pc:docMk/>
            <pc:sldMk cId="1044310825" sldId="290"/>
            <ac:picMk id="5" creationId="{B5C6FD1E-9FBA-D1C4-549D-ADAF1365BCC6}"/>
          </ac:picMkLst>
        </pc:picChg>
      </pc:sldChg>
      <pc:sldChg chg="addSp delSp modSp add mod setBg">
        <pc:chgData name="Miguel Enrique Parra Muñoz" userId="10db8d64795bb4a0" providerId="LiveId" clId="{FAD1B159-A0A5-477E-9E49-038D595E69E3}" dt="2026-09-22T17:48:43.590" v="670" actId="26606"/>
        <pc:sldMkLst>
          <pc:docMk/>
          <pc:sldMk cId="1136543044" sldId="291"/>
        </pc:sldMkLst>
        <pc:spChg chg="mod">
          <ac:chgData name="Miguel Enrique Parra Muñoz" userId="10db8d64795bb4a0" providerId="LiveId" clId="{FAD1B159-A0A5-477E-9E49-038D595E69E3}" dt="2026-09-22T17:48:43.590" v="670" actId="26606"/>
          <ac:spMkLst>
            <pc:docMk/>
            <pc:sldMk cId="1136543044" sldId="291"/>
            <ac:spMk id="2" creationId="{04F74543-A8C7-A1EA-53DD-75C3515FA638}"/>
          </ac:spMkLst>
        </pc:spChg>
        <pc:spChg chg="del">
          <ac:chgData name="Miguel Enrique Parra Muñoz" userId="10db8d64795bb4a0" providerId="LiveId" clId="{FAD1B159-A0A5-477E-9E49-038D595E69E3}" dt="2026-09-22T17:48:41.356" v="669" actId="478"/>
          <ac:spMkLst>
            <pc:docMk/>
            <pc:sldMk cId="1136543044" sldId="291"/>
            <ac:spMk id="3" creationId="{5CA32D39-7C12-460C-EC09-0CC591B54CA7}"/>
          </ac:spMkLst>
        </pc:spChg>
        <pc:spChg chg="add">
          <ac:chgData name="Miguel Enrique Parra Muñoz" userId="10db8d64795bb4a0" providerId="LiveId" clId="{FAD1B159-A0A5-477E-9E49-038D595E69E3}" dt="2026-09-22T17:48:43.590" v="670" actId="26606"/>
          <ac:spMkLst>
            <pc:docMk/>
            <pc:sldMk cId="1136543044" sldId="291"/>
            <ac:spMk id="10" creationId="{68AF5748-FED8-45BA-8631-26D1D10F3246}"/>
          </ac:spMkLst>
        </pc:spChg>
        <pc:spChg chg="add">
          <ac:chgData name="Miguel Enrique Parra Muñoz" userId="10db8d64795bb4a0" providerId="LiveId" clId="{FAD1B159-A0A5-477E-9E49-038D595E69E3}" dt="2026-09-22T17:48:43.590" v="670" actId="26606"/>
          <ac:spMkLst>
            <pc:docMk/>
            <pc:sldMk cId="1136543044" sldId="291"/>
            <ac:spMk id="12" creationId="{AF2F604E-43BE-4DC3-B983-E071523364F8}"/>
          </ac:spMkLst>
        </pc:spChg>
        <pc:spChg chg="add">
          <ac:chgData name="Miguel Enrique Parra Muñoz" userId="10db8d64795bb4a0" providerId="LiveId" clId="{FAD1B159-A0A5-477E-9E49-038D595E69E3}" dt="2026-09-22T17:48:43.590" v="670" actId="26606"/>
          <ac:spMkLst>
            <pc:docMk/>
            <pc:sldMk cId="1136543044" sldId="291"/>
            <ac:spMk id="14" creationId="{08C9B587-E65E-4B52-B37C-ABEBB6E87928}"/>
          </ac:spMkLst>
        </pc:spChg>
        <pc:picChg chg="add mod">
          <ac:chgData name="Miguel Enrique Parra Muñoz" userId="10db8d64795bb4a0" providerId="LiveId" clId="{FAD1B159-A0A5-477E-9E49-038D595E69E3}" dt="2026-09-22T17:48:43.590" v="670" actId="26606"/>
          <ac:picMkLst>
            <pc:docMk/>
            <pc:sldMk cId="1136543044" sldId="291"/>
            <ac:picMk id="5" creationId="{505213D4-0AB9-7245-D788-D67929EADF0F}"/>
          </ac:picMkLst>
        </pc:picChg>
      </pc:sldChg>
      <pc:sldChg chg="addSp delSp modSp add mod">
        <pc:chgData name="Miguel Enrique Parra Muñoz" userId="10db8d64795bb4a0" providerId="LiveId" clId="{FAD1B159-A0A5-477E-9E49-038D595E69E3}" dt="2026-09-22T17:48:49.856" v="671" actId="478"/>
        <pc:sldMkLst>
          <pc:docMk/>
          <pc:sldMk cId="1182924284" sldId="292"/>
        </pc:sldMkLst>
        <pc:spChg chg="del">
          <ac:chgData name="Miguel Enrique Parra Muñoz" userId="10db8d64795bb4a0" providerId="LiveId" clId="{FAD1B159-A0A5-477E-9E49-038D595E69E3}" dt="2026-09-22T17:48:49.856" v="671" actId="478"/>
          <ac:spMkLst>
            <pc:docMk/>
            <pc:sldMk cId="1182924284" sldId="292"/>
            <ac:spMk id="3" creationId="{C18E2C12-1D44-DE40-BB0B-42E47DD2FF7C}"/>
          </ac:spMkLst>
        </pc:spChg>
        <pc:picChg chg="add mod">
          <ac:chgData name="Miguel Enrique Parra Muñoz" userId="10db8d64795bb4a0" providerId="LiveId" clId="{FAD1B159-A0A5-477E-9E49-038D595E69E3}" dt="2026-09-22T16:50:31.153" v="214" actId="1076"/>
          <ac:picMkLst>
            <pc:docMk/>
            <pc:sldMk cId="1182924284" sldId="292"/>
            <ac:picMk id="5" creationId="{21595D74-F6CE-3799-78A1-CEE292DFB531}"/>
          </ac:picMkLst>
        </pc:picChg>
      </pc:sldChg>
      <pc:sldChg chg="addSp modSp add mod setBg">
        <pc:chgData name="Miguel Enrique Parra Muñoz" userId="10db8d64795bb4a0" providerId="LiveId" clId="{FAD1B159-A0A5-477E-9E49-038D595E69E3}" dt="2026-09-22T17:49:04.948" v="673" actId="207"/>
        <pc:sldMkLst>
          <pc:docMk/>
          <pc:sldMk cId="4249648645" sldId="293"/>
        </pc:sldMkLst>
        <pc:spChg chg="mod">
          <ac:chgData name="Miguel Enrique Parra Muñoz" userId="10db8d64795bb4a0" providerId="LiveId" clId="{FAD1B159-A0A5-477E-9E49-038D595E69E3}" dt="2026-09-22T17:49:01.261" v="672" actId="26606"/>
          <ac:spMkLst>
            <pc:docMk/>
            <pc:sldMk cId="4249648645" sldId="293"/>
            <ac:spMk id="2" creationId="{117C42F7-6412-9B89-9928-F5AB2695B219}"/>
          </ac:spMkLst>
        </pc:spChg>
        <pc:spChg chg="mod">
          <ac:chgData name="Miguel Enrique Parra Muñoz" userId="10db8d64795bb4a0" providerId="LiveId" clId="{FAD1B159-A0A5-477E-9E49-038D595E69E3}" dt="2026-09-22T17:49:04.948" v="673" actId="207"/>
          <ac:spMkLst>
            <pc:docMk/>
            <pc:sldMk cId="4249648645" sldId="293"/>
            <ac:spMk id="3" creationId="{DF669110-BDBD-D978-94BD-18FD552FE2DB}"/>
          </ac:spMkLst>
        </pc:spChg>
        <pc:spChg chg="add">
          <ac:chgData name="Miguel Enrique Parra Muñoz" userId="10db8d64795bb4a0" providerId="LiveId" clId="{FAD1B159-A0A5-477E-9E49-038D595E69E3}" dt="2026-09-22T17:49:01.261" v="672" actId="26606"/>
          <ac:spMkLst>
            <pc:docMk/>
            <pc:sldMk cId="4249648645" sldId="293"/>
            <ac:spMk id="8" creationId="{DAF1966E-FD40-4A4A-B61B-C4DF7FA05F06}"/>
          </ac:spMkLst>
        </pc:spChg>
        <pc:spChg chg="add">
          <ac:chgData name="Miguel Enrique Parra Muñoz" userId="10db8d64795bb4a0" providerId="LiveId" clId="{FAD1B159-A0A5-477E-9E49-038D595E69E3}" dt="2026-09-22T17:49:01.261" v="672" actId="26606"/>
          <ac:spMkLst>
            <pc:docMk/>
            <pc:sldMk cId="4249648645" sldId="293"/>
            <ac:spMk id="10" creationId="{047BFA19-D45E-416B-A404-7AF2F3F27017}"/>
          </ac:spMkLst>
        </pc:spChg>
        <pc:spChg chg="add">
          <ac:chgData name="Miguel Enrique Parra Muñoz" userId="10db8d64795bb4a0" providerId="LiveId" clId="{FAD1B159-A0A5-477E-9E49-038D595E69E3}" dt="2026-09-22T17:49:01.261" v="672" actId="26606"/>
          <ac:spMkLst>
            <pc:docMk/>
            <pc:sldMk cId="4249648645" sldId="293"/>
            <ac:spMk id="12" creationId="{8E0105E7-23DB-4CF2-8258-FF47C7620F6E}"/>
          </ac:spMkLst>
        </pc:spChg>
        <pc:spChg chg="add">
          <ac:chgData name="Miguel Enrique Parra Muñoz" userId="10db8d64795bb4a0" providerId="LiveId" clId="{FAD1B159-A0A5-477E-9E49-038D595E69E3}" dt="2026-09-22T17:49:01.261" v="672" actId="26606"/>
          <ac:spMkLst>
            <pc:docMk/>
            <pc:sldMk cId="4249648645" sldId="293"/>
            <ac:spMk id="14" creationId="{074B4F7D-14B2-478B-8BF5-01E4E0C5D263}"/>
          </ac:spMkLst>
        </pc:spChg>
      </pc:sldChg>
      <pc:sldChg chg="addSp modSp add mod setBg">
        <pc:chgData name="Miguel Enrique Parra Muñoz" userId="10db8d64795bb4a0" providerId="LiveId" clId="{FAD1B159-A0A5-477E-9E49-038D595E69E3}" dt="2026-09-22T17:49:52.711" v="677" actId="26606"/>
        <pc:sldMkLst>
          <pc:docMk/>
          <pc:sldMk cId="879747514" sldId="294"/>
        </pc:sldMkLst>
        <pc:spChg chg="mod">
          <ac:chgData name="Miguel Enrique Parra Muñoz" userId="10db8d64795bb4a0" providerId="LiveId" clId="{FAD1B159-A0A5-477E-9E49-038D595E69E3}" dt="2026-09-22T17:49:52.711" v="677" actId="26606"/>
          <ac:spMkLst>
            <pc:docMk/>
            <pc:sldMk cId="879747514" sldId="294"/>
            <ac:spMk id="2" creationId="{F5EB8A5B-DD06-F918-78F9-296C81CB37F9}"/>
          </ac:spMkLst>
        </pc:spChg>
        <pc:spChg chg="mod">
          <ac:chgData name="Miguel Enrique Parra Muñoz" userId="10db8d64795bb4a0" providerId="LiveId" clId="{FAD1B159-A0A5-477E-9E49-038D595E69E3}" dt="2026-09-22T17:49:52.711" v="677" actId="26606"/>
          <ac:spMkLst>
            <pc:docMk/>
            <pc:sldMk cId="879747514" sldId="294"/>
            <ac:spMk id="3" creationId="{A2CAEDA3-618C-F806-52A9-7E4355BFAB5E}"/>
          </ac:spMkLst>
        </pc:spChg>
        <pc:spChg chg="add">
          <ac:chgData name="Miguel Enrique Parra Muñoz" userId="10db8d64795bb4a0" providerId="LiveId" clId="{FAD1B159-A0A5-477E-9E49-038D595E69E3}" dt="2026-09-22T17:49:52.711" v="677" actId="26606"/>
          <ac:spMkLst>
            <pc:docMk/>
            <pc:sldMk cId="879747514" sldId="294"/>
            <ac:spMk id="8" creationId="{777A147A-9ED8-46B4-8660-1B3C2AA880B5}"/>
          </ac:spMkLst>
        </pc:spChg>
        <pc:spChg chg="add">
          <ac:chgData name="Miguel Enrique Parra Muñoz" userId="10db8d64795bb4a0" providerId="LiveId" clId="{FAD1B159-A0A5-477E-9E49-038D595E69E3}" dt="2026-09-22T17:49:52.711" v="677" actId="26606"/>
          <ac:spMkLst>
            <pc:docMk/>
            <pc:sldMk cId="879747514" sldId="294"/>
            <ac:spMk id="10" creationId="{5D6C15A0-C087-4593-8414-2B4EC1CDC3DE}"/>
          </ac:spMkLst>
        </pc:spChg>
      </pc:sldChg>
      <pc:sldChg chg="addSp modSp add mod">
        <pc:chgData name="Miguel Enrique Parra Muñoz" userId="10db8d64795bb4a0" providerId="LiveId" clId="{FAD1B159-A0A5-477E-9E49-038D595E69E3}" dt="2026-09-22T17:11:40.273" v="456" actId="14100"/>
        <pc:sldMkLst>
          <pc:docMk/>
          <pc:sldMk cId="4074865352" sldId="295"/>
        </pc:sldMkLst>
        <pc:spChg chg="mod">
          <ac:chgData name="Miguel Enrique Parra Muñoz" userId="10db8d64795bb4a0" providerId="LiveId" clId="{FAD1B159-A0A5-477E-9E49-038D595E69E3}" dt="2026-09-22T17:10:36.088" v="446" actId="20577"/>
          <ac:spMkLst>
            <pc:docMk/>
            <pc:sldMk cId="4074865352" sldId="295"/>
            <ac:spMk id="2" creationId="{4FF7834B-A70B-3ADE-D2CB-2B92604CCBB7}"/>
          </ac:spMkLst>
        </pc:spChg>
        <pc:spChg chg="mod">
          <ac:chgData name="Miguel Enrique Parra Muñoz" userId="10db8d64795bb4a0" providerId="LiveId" clId="{FAD1B159-A0A5-477E-9E49-038D595E69E3}" dt="2026-09-22T17:10:26.133" v="432"/>
          <ac:spMkLst>
            <pc:docMk/>
            <pc:sldMk cId="4074865352" sldId="295"/>
            <ac:spMk id="3" creationId="{0731AB61-2048-4A6F-4407-1B268E374391}"/>
          </ac:spMkLst>
        </pc:spChg>
        <pc:picChg chg="add mod">
          <ac:chgData name="Miguel Enrique Parra Muñoz" userId="10db8d64795bb4a0" providerId="LiveId" clId="{FAD1B159-A0A5-477E-9E49-038D595E69E3}" dt="2026-09-22T17:11:14.697" v="451" actId="1076"/>
          <ac:picMkLst>
            <pc:docMk/>
            <pc:sldMk cId="4074865352" sldId="295"/>
            <ac:picMk id="5" creationId="{791D8FA7-9B07-FFA0-8846-B089508787DB}"/>
          </ac:picMkLst>
        </pc:picChg>
        <pc:picChg chg="add mod">
          <ac:chgData name="Miguel Enrique Parra Muñoz" userId="10db8d64795bb4a0" providerId="LiveId" clId="{FAD1B159-A0A5-477E-9E49-038D595E69E3}" dt="2026-09-22T17:11:40.273" v="456" actId="14100"/>
          <ac:picMkLst>
            <pc:docMk/>
            <pc:sldMk cId="4074865352" sldId="295"/>
            <ac:picMk id="7" creationId="{0D0B08C9-660F-249D-49D9-81253BA5BE95}"/>
          </ac:picMkLst>
        </pc:picChg>
      </pc:sldChg>
      <pc:sldChg chg="addSp delSp modSp add mod">
        <pc:chgData name="Miguel Enrique Parra Muñoz" userId="10db8d64795bb4a0" providerId="LiveId" clId="{FAD1B159-A0A5-477E-9E49-038D595E69E3}" dt="2026-09-22T17:20:43.336" v="505" actId="1076"/>
        <pc:sldMkLst>
          <pc:docMk/>
          <pc:sldMk cId="2887286778" sldId="296"/>
        </pc:sldMkLst>
        <pc:spChg chg="del">
          <ac:chgData name="Miguel Enrique Parra Muñoz" userId="10db8d64795bb4a0" providerId="LiveId" clId="{FAD1B159-A0A5-477E-9E49-038D595E69E3}" dt="2026-09-22T17:20:30.321" v="502" actId="22"/>
          <ac:spMkLst>
            <pc:docMk/>
            <pc:sldMk cId="2887286778" sldId="296"/>
            <ac:spMk id="3" creationId="{6D7C3CAD-5A16-A9C7-E037-144CF708DFF4}"/>
          </ac:spMkLst>
        </pc:spChg>
        <pc:picChg chg="add mod">
          <ac:chgData name="Miguel Enrique Parra Muñoz" userId="10db8d64795bb4a0" providerId="LiveId" clId="{FAD1B159-A0A5-477E-9E49-038D595E69E3}" dt="2026-09-22T17:14:44.706" v="501" actId="1076"/>
          <ac:picMkLst>
            <pc:docMk/>
            <pc:sldMk cId="2887286778" sldId="296"/>
            <ac:picMk id="5" creationId="{06958401-D501-2852-6338-06A7078BD790}"/>
          </ac:picMkLst>
        </pc:picChg>
        <pc:picChg chg="add mod ord">
          <ac:chgData name="Miguel Enrique Parra Muñoz" userId="10db8d64795bb4a0" providerId="LiveId" clId="{FAD1B159-A0A5-477E-9E49-038D595E69E3}" dt="2026-09-22T17:20:34.321" v="503" actId="1076"/>
          <ac:picMkLst>
            <pc:docMk/>
            <pc:sldMk cId="2887286778" sldId="296"/>
            <ac:picMk id="7" creationId="{8D1185D5-89CC-EDAC-9232-0D9AABA3EB46}"/>
          </ac:picMkLst>
        </pc:picChg>
        <pc:picChg chg="add mod">
          <ac:chgData name="Miguel Enrique Parra Muñoz" userId="10db8d64795bb4a0" providerId="LiveId" clId="{FAD1B159-A0A5-477E-9E49-038D595E69E3}" dt="2026-09-22T17:20:43.336" v="505" actId="1076"/>
          <ac:picMkLst>
            <pc:docMk/>
            <pc:sldMk cId="2887286778" sldId="296"/>
            <ac:picMk id="9" creationId="{3E9C2C96-2D45-C214-0796-A1B2F6724FDF}"/>
          </ac:picMkLst>
        </pc:picChg>
      </pc:sldChg>
      <pc:sldChg chg="addSp modSp add mod">
        <pc:chgData name="Miguel Enrique Parra Muñoz" userId="10db8d64795bb4a0" providerId="LiveId" clId="{FAD1B159-A0A5-477E-9E49-038D595E69E3}" dt="2026-09-22T17:27:25.673" v="528" actId="1076"/>
        <pc:sldMkLst>
          <pc:docMk/>
          <pc:sldMk cId="3074237861" sldId="297"/>
        </pc:sldMkLst>
        <pc:spChg chg="mod">
          <ac:chgData name="Miguel Enrique Parra Muñoz" userId="10db8d64795bb4a0" providerId="LiveId" clId="{FAD1B159-A0A5-477E-9E49-038D595E69E3}" dt="2026-09-22T17:22:14.686" v="513" actId="20577"/>
          <ac:spMkLst>
            <pc:docMk/>
            <pc:sldMk cId="3074237861" sldId="297"/>
            <ac:spMk id="3" creationId="{483507FE-40A6-EEF0-F858-4FA30767AB7C}"/>
          </ac:spMkLst>
        </pc:spChg>
        <pc:picChg chg="add mod">
          <ac:chgData name="Miguel Enrique Parra Muñoz" userId="10db8d64795bb4a0" providerId="LiveId" clId="{FAD1B159-A0A5-477E-9E49-038D595E69E3}" dt="2026-09-22T17:27:14.033" v="523" actId="1076"/>
          <ac:picMkLst>
            <pc:docMk/>
            <pc:sldMk cId="3074237861" sldId="297"/>
            <ac:picMk id="5" creationId="{0F0115A4-1BF6-109B-812A-D62B46B82619}"/>
          </ac:picMkLst>
        </pc:picChg>
        <pc:picChg chg="add mod">
          <ac:chgData name="Miguel Enrique Parra Muñoz" userId="10db8d64795bb4a0" providerId="LiveId" clId="{FAD1B159-A0A5-477E-9E49-038D595E69E3}" dt="2026-09-22T17:27:16.939" v="524" actId="1076"/>
          <ac:picMkLst>
            <pc:docMk/>
            <pc:sldMk cId="3074237861" sldId="297"/>
            <ac:picMk id="7" creationId="{7092C97C-51D3-5331-B6B7-7DC2213B22DF}"/>
          </ac:picMkLst>
        </pc:picChg>
        <pc:picChg chg="add mod">
          <ac:chgData name="Miguel Enrique Parra Muñoz" userId="10db8d64795bb4a0" providerId="LiveId" clId="{FAD1B159-A0A5-477E-9E49-038D595E69E3}" dt="2026-09-22T17:27:25.673" v="528" actId="1076"/>
          <ac:picMkLst>
            <pc:docMk/>
            <pc:sldMk cId="3074237861" sldId="297"/>
            <ac:picMk id="9" creationId="{75A7C10B-0417-D01F-BC03-F321F68E1907}"/>
          </ac:picMkLst>
        </pc:picChg>
      </pc:sldChg>
      <pc:sldChg chg="addSp modSp add mod">
        <pc:chgData name="Miguel Enrique Parra Muñoz" userId="10db8d64795bb4a0" providerId="LiveId" clId="{FAD1B159-A0A5-477E-9E49-038D595E69E3}" dt="2026-09-22T17:07:49.893" v="431" actId="1076"/>
        <pc:sldMkLst>
          <pc:docMk/>
          <pc:sldMk cId="3124969384" sldId="298"/>
        </pc:sldMkLst>
        <pc:spChg chg="mod">
          <ac:chgData name="Miguel Enrique Parra Muñoz" userId="10db8d64795bb4a0" providerId="LiveId" clId="{FAD1B159-A0A5-477E-9E49-038D595E69E3}" dt="2026-09-22T17:07:43.268" v="427" actId="6549"/>
          <ac:spMkLst>
            <pc:docMk/>
            <pc:sldMk cId="3124969384" sldId="298"/>
            <ac:spMk id="3" creationId="{5E54761A-EF6B-6764-EE6A-B89B21B7E561}"/>
          </ac:spMkLst>
        </pc:spChg>
        <pc:picChg chg="add mod">
          <ac:chgData name="Miguel Enrique Parra Muñoz" userId="10db8d64795bb4a0" providerId="LiveId" clId="{FAD1B159-A0A5-477E-9E49-038D595E69E3}" dt="2026-09-22T17:07:49.893" v="431" actId="1076"/>
          <ac:picMkLst>
            <pc:docMk/>
            <pc:sldMk cId="3124969384" sldId="298"/>
            <ac:picMk id="5" creationId="{E815294B-481F-D4A7-79A5-4BD9780B6E40}"/>
          </ac:picMkLst>
        </pc:picChg>
      </pc:sldChg>
      <pc:sldChg chg="addSp delSp modSp add mod">
        <pc:chgData name="Miguel Enrique Parra Muñoz" userId="10db8d64795bb4a0" providerId="LiveId" clId="{FAD1B159-A0A5-477E-9E49-038D595E69E3}" dt="2026-09-22T17:13:51.255" v="496" actId="14100"/>
        <pc:sldMkLst>
          <pc:docMk/>
          <pc:sldMk cId="3788297152" sldId="299"/>
        </pc:sldMkLst>
        <pc:spChg chg="mod">
          <ac:chgData name="Miguel Enrique Parra Muñoz" userId="10db8d64795bb4a0" providerId="LiveId" clId="{FAD1B159-A0A5-477E-9E49-038D595E69E3}" dt="2026-09-22T17:13:28.011" v="490" actId="20577"/>
          <ac:spMkLst>
            <pc:docMk/>
            <pc:sldMk cId="3788297152" sldId="299"/>
            <ac:spMk id="3" creationId="{8C8276EF-8910-737E-A2D1-9A246992B6A9}"/>
          </ac:spMkLst>
        </pc:spChg>
        <pc:picChg chg="del">
          <ac:chgData name="Miguel Enrique Parra Muñoz" userId="10db8d64795bb4a0" providerId="LiveId" clId="{FAD1B159-A0A5-477E-9E49-038D595E69E3}" dt="2026-09-22T17:13:19.449" v="458" actId="478"/>
          <ac:picMkLst>
            <pc:docMk/>
            <pc:sldMk cId="3788297152" sldId="299"/>
            <ac:picMk id="5" creationId="{043BA346-17F9-734C-EDA4-300B575D4767}"/>
          </ac:picMkLst>
        </pc:picChg>
        <pc:picChg chg="add mod">
          <ac:chgData name="Miguel Enrique Parra Muñoz" userId="10db8d64795bb4a0" providerId="LiveId" clId="{FAD1B159-A0A5-477E-9E49-038D595E69E3}" dt="2026-09-22T17:13:33.198" v="493" actId="14100"/>
          <ac:picMkLst>
            <pc:docMk/>
            <pc:sldMk cId="3788297152" sldId="299"/>
            <ac:picMk id="6" creationId="{F042A592-10F3-E1C3-F9B3-5BFDA6686D4D}"/>
          </ac:picMkLst>
        </pc:picChg>
        <pc:picChg chg="del">
          <ac:chgData name="Miguel Enrique Parra Muñoz" userId="10db8d64795bb4a0" providerId="LiveId" clId="{FAD1B159-A0A5-477E-9E49-038D595E69E3}" dt="2026-09-22T17:13:20.199" v="459" actId="478"/>
          <ac:picMkLst>
            <pc:docMk/>
            <pc:sldMk cId="3788297152" sldId="299"/>
            <ac:picMk id="7" creationId="{3A3C2768-6365-F4A2-20E5-B3DD54658E81}"/>
          </ac:picMkLst>
        </pc:picChg>
        <pc:picChg chg="add mod">
          <ac:chgData name="Miguel Enrique Parra Muñoz" userId="10db8d64795bb4a0" providerId="LiveId" clId="{FAD1B159-A0A5-477E-9E49-038D595E69E3}" dt="2026-09-22T17:13:51.255" v="496" actId="14100"/>
          <ac:picMkLst>
            <pc:docMk/>
            <pc:sldMk cId="3788297152" sldId="299"/>
            <ac:picMk id="9" creationId="{34A661EE-435F-BB64-6C4D-88E8D1EF2E7D}"/>
          </ac:picMkLst>
        </pc:picChg>
      </pc:sldChg>
      <pc:sldChg chg="addSp modSp new mod">
        <pc:chgData name="Miguel Enrique Parra Muñoz" userId="10db8d64795bb4a0" providerId="LiveId" clId="{FAD1B159-A0A5-477E-9E49-038D595E69E3}" dt="2026-09-22T17:32:07.278" v="567" actId="14100"/>
        <pc:sldMkLst>
          <pc:docMk/>
          <pc:sldMk cId="2076121894" sldId="300"/>
        </pc:sldMkLst>
        <pc:spChg chg="mod">
          <ac:chgData name="Miguel Enrique Parra Muñoz" userId="10db8d64795bb4a0" providerId="LiveId" clId="{FAD1B159-A0A5-477E-9E49-038D595E69E3}" dt="2026-09-22T17:30:35.933" v="555" actId="20577"/>
          <ac:spMkLst>
            <pc:docMk/>
            <pc:sldMk cId="2076121894" sldId="300"/>
            <ac:spMk id="2" creationId="{74125563-C4D9-CCDC-37AE-E574540A368F}"/>
          </ac:spMkLst>
        </pc:spChg>
        <pc:spChg chg="mod">
          <ac:chgData name="Miguel Enrique Parra Muñoz" userId="10db8d64795bb4a0" providerId="LiveId" clId="{FAD1B159-A0A5-477E-9E49-038D595E69E3}" dt="2026-09-22T17:31:25.726" v="564"/>
          <ac:spMkLst>
            <pc:docMk/>
            <pc:sldMk cId="2076121894" sldId="300"/>
            <ac:spMk id="3" creationId="{96533350-AB1F-5C43-9FD9-19DA2928F983}"/>
          </ac:spMkLst>
        </pc:spChg>
        <pc:picChg chg="add mod">
          <ac:chgData name="Miguel Enrique Parra Muñoz" userId="10db8d64795bb4a0" providerId="LiveId" clId="{FAD1B159-A0A5-477E-9E49-038D595E69E3}" dt="2026-09-22T17:32:07.278" v="567" actId="14100"/>
          <ac:picMkLst>
            <pc:docMk/>
            <pc:sldMk cId="2076121894" sldId="300"/>
            <ac:picMk id="5" creationId="{885E9586-26C1-08BE-AA33-477256AB70FB}"/>
          </ac:picMkLst>
        </pc:picChg>
      </pc:sldChg>
      <pc:sldChg chg="addSp modSp add mod">
        <pc:chgData name="Miguel Enrique Parra Muñoz" userId="10db8d64795bb4a0" providerId="LiveId" clId="{FAD1B159-A0A5-477E-9E49-038D595E69E3}" dt="2026-09-22T17:33:44.209" v="579" actId="1076"/>
        <pc:sldMkLst>
          <pc:docMk/>
          <pc:sldMk cId="2114529205" sldId="301"/>
        </pc:sldMkLst>
        <pc:spChg chg="mod">
          <ac:chgData name="Miguel Enrique Parra Muñoz" userId="10db8d64795bb4a0" providerId="LiveId" clId="{FAD1B159-A0A5-477E-9E49-038D595E69E3}" dt="2026-09-22T17:32:31.450" v="571" actId="27636"/>
          <ac:spMkLst>
            <pc:docMk/>
            <pc:sldMk cId="2114529205" sldId="301"/>
            <ac:spMk id="2" creationId="{FCF989CD-E79D-13BB-6C38-BBBCE21FDDBB}"/>
          </ac:spMkLst>
        </pc:spChg>
        <pc:spChg chg="mod">
          <ac:chgData name="Miguel Enrique Parra Muñoz" userId="10db8d64795bb4a0" providerId="LiveId" clId="{FAD1B159-A0A5-477E-9E49-038D595E69E3}" dt="2026-09-22T17:33:44.209" v="579" actId="1076"/>
          <ac:spMkLst>
            <pc:docMk/>
            <pc:sldMk cId="2114529205" sldId="301"/>
            <ac:spMk id="3" creationId="{DE11945D-3C35-51F0-EE2D-ABF4C0C3FB97}"/>
          </ac:spMkLst>
        </pc:spChg>
        <pc:picChg chg="add mod">
          <ac:chgData name="Miguel Enrique Parra Muñoz" userId="10db8d64795bb4a0" providerId="LiveId" clId="{FAD1B159-A0A5-477E-9E49-038D595E69E3}" dt="2026-09-22T17:33:26.713" v="574" actId="14100"/>
          <ac:picMkLst>
            <pc:docMk/>
            <pc:sldMk cId="2114529205" sldId="301"/>
            <ac:picMk id="5" creationId="{40892457-6FF9-6A69-CC46-EEA6F700FD58}"/>
          </ac:picMkLst>
        </pc:picChg>
        <pc:picChg chg="add mod">
          <ac:chgData name="Miguel Enrique Parra Muñoz" userId="10db8d64795bb4a0" providerId="LiveId" clId="{FAD1B159-A0A5-477E-9E49-038D595E69E3}" dt="2026-09-22T17:33:43.584" v="578" actId="14100"/>
          <ac:picMkLst>
            <pc:docMk/>
            <pc:sldMk cId="2114529205" sldId="301"/>
            <ac:picMk id="7" creationId="{75972485-A9E9-01EB-2D26-C9B632900536}"/>
          </ac:picMkLst>
        </pc:picChg>
      </pc:sldChg>
      <pc:sldChg chg="addSp modSp add mod setBg">
        <pc:chgData name="Miguel Enrique Parra Muñoz" userId="10db8d64795bb4a0" providerId="LiveId" clId="{FAD1B159-A0A5-477E-9E49-038D595E69E3}" dt="2026-09-22T17:49:39.477" v="676" actId="26606"/>
        <pc:sldMkLst>
          <pc:docMk/>
          <pc:sldMk cId="582630995" sldId="302"/>
        </pc:sldMkLst>
        <pc:spChg chg="mod">
          <ac:chgData name="Miguel Enrique Parra Muñoz" userId="10db8d64795bb4a0" providerId="LiveId" clId="{FAD1B159-A0A5-477E-9E49-038D595E69E3}" dt="2026-09-22T17:49:39.477" v="676" actId="26606"/>
          <ac:spMkLst>
            <pc:docMk/>
            <pc:sldMk cId="582630995" sldId="302"/>
            <ac:spMk id="2" creationId="{D198A1EA-4174-325F-C82D-54771EE420A2}"/>
          </ac:spMkLst>
        </pc:spChg>
        <pc:spChg chg="mod">
          <ac:chgData name="Miguel Enrique Parra Muñoz" userId="10db8d64795bb4a0" providerId="LiveId" clId="{FAD1B159-A0A5-477E-9E49-038D595E69E3}" dt="2026-09-22T17:49:39.477" v="676" actId="26606"/>
          <ac:spMkLst>
            <pc:docMk/>
            <pc:sldMk cId="582630995" sldId="302"/>
            <ac:spMk id="3" creationId="{8977BBEA-48CC-FF1B-266D-7048B12E8D7F}"/>
          </ac:spMkLst>
        </pc:spChg>
        <pc:spChg chg="add">
          <ac:chgData name="Miguel Enrique Parra Muñoz" userId="10db8d64795bb4a0" providerId="LiveId" clId="{FAD1B159-A0A5-477E-9E49-038D595E69E3}" dt="2026-09-22T17:49:39.477" v="676" actId="26606"/>
          <ac:spMkLst>
            <pc:docMk/>
            <pc:sldMk cId="582630995" sldId="302"/>
            <ac:spMk id="8" creationId="{777A147A-9ED8-46B4-8660-1B3C2AA880B5}"/>
          </ac:spMkLst>
        </pc:spChg>
        <pc:spChg chg="add">
          <ac:chgData name="Miguel Enrique Parra Muñoz" userId="10db8d64795bb4a0" providerId="LiveId" clId="{FAD1B159-A0A5-477E-9E49-038D595E69E3}" dt="2026-09-22T17:49:39.477" v="676" actId="26606"/>
          <ac:spMkLst>
            <pc:docMk/>
            <pc:sldMk cId="582630995" sldId="302"/>
            <ac:spMk id="10" creationId="{5D6C15A0-C087-4593-8414-2B4EC1CDC3DE}"/>
          </ac:spMkLst>
        </pc:spChg>
      </pc:sldChg>
      <pc:sldChg chg="addSp modSp add mod">
        <pc:chgData name="Miguel Enrique Parra Muñoz" userId="10db8d64795bb4a0" providerId="LiveId" clId="{FAD1B159-A0A5-477E-9E49-038D595E69E3}" dt="2026-09-22T17:40:27.184" v="594" actId="1076"/>
        <pc:sldMkLst>
          <pc:docMk/>
          <pc:sldMk cId="318769782" sldId="303"/>
        </pc:sldMkLst>
        <pc:spChg chg="mod">
          <ac:chgData name="Miguel Enrique Parra Muñoz" userId="10db8d64795bb4a0" providerId="LiveId" clId="{FAD1B159-A0A5-477E-9E49-038D595E69E3}" dt="2026-09-22T17:39:19.368" v="587"/>
          <ac:spMkLst>
            <pc:docMk/>
            <pc:sldMk cId="318769782" sldId="303"/>
            <ac:spMk id="2" creationId="{FC0ACCC8-5640-EDE6-944A-A6CD6061F46D}"/>
          </ac:spMkLst>
        </pc:spChg>
        <pc:spChg chg="mod">
          <ac:chgData name="Miguel Enrique Parra Muñoz" userId="10db8d64795bb4a0" providerId="LiveId" clId="{FAD1B159-A0A5-477E-9E49-038D595E69E3}" dt="2026-09-22T17:39:18.087" v="586" actId="21"/>
          <ac:spMkLst>
            <pc:docMk/>
            <pc:sldMk cId="318769782" sldId="303"/>
            <ac:spMk id="3" creationId="{14D833F0-49D6-D796-9C36-A2B54213509C}"/>
          </ac:spMkLst>
        </pc:spChg>
        <pc:picChg chg="add mod">
          <ac:chgData name="Miguel Enrique Parra Muñoz" userId="10db8d64795bb4a0" providerId="LiveId" clId="{FAD1B159-A0A5-477E-9E49-038D595E69E3}" dt="2026-09-22T17:40:09.665" v="590" actId="14100"/>
          <ac:picMkLst>
            <pc:docMk/>
            <pc:sldMk cId="318769782" sldId="303"/>
            <ac:picMk id="5" creationId="{236A7B03-58AE-5E2E-F153-19992F3A0FEE}"/>
          </ac:picMkLst>
        </pc:picChg>
        <pc:picChg chg="add mod">
          <ac:chgData name="Miguel Enrique Parra Muñoz" userId="10db8d64795bb4a0" providerId="LiveId" clId="{FAD1B159-A0A5-477E-9E49-038D595E69E3}" dt="2026-09-22T17:40:27.184" v="594" actId="1076"/>
          <ac:picMkLst>
            <pc:docMk/>
            <pc:sldMk cId="318769782" sldId="303"/>
            <ac:picMk id="7" creationId="{908DDB04-5FE8-F611-C696-FE263E87F719}"/>
          </ac:picMkLst>
        </pc:picChg>
      </pc:sldChg>
      <pc:sldChg chg="addSp modSp add mod">
        <pc:chgData name="Miguel Enrique Parra Muñoz" userId="10db8d64795bb4a0" providerId="LiveId" clId="{FAD1B159-A0A5-477E-9E49-038D595E69E3}" dt="2026-09-22T17:47:49.600" v="661" actId="14100"/>
        <pc:sldMkLst>
          <pc:docMk/>
          <pc:sldMk cId="4140240277" sldId="304"/>
        </pc:sldMkLst>
        <pc:spChg chg="mod">
          <ac:chgData name="Miguel Enrique Parra Muñoz" userId="10db8d64795bb4a0" providerId="LiveId" clId="{FAD1B159-A0A5-477E-9E49-038D595E69E3}" dt="2026-09-22T17:47:04.337" v="654" actId="20577"/>
          <ac:spMkLst>
            <pc:docMk/>
            <pc:sldMk cId="4140240277" sldId="304"/>
            <ac:spMk id="2" creationId="{C472FA6B-2AF6-3B1F-AA67-F020DDB265C2}"/>
          </ac:spMkLst>
        </pc:spChg>
        <pc:picChg chg="add mod">
          <ac:chgData name="Miguel Enrique Parra Muñoz" userId="10db8d64795bb4a0" providerId="LiveId" clId="{FAD1B159-A0A5-477E-9E49-038D595E69E3}" dt="2026-09-22T17:47:35.677" v="658" actId="1076"/>
          <ac:picMkLst>
            <pc:docMk/>
            <pc:sldMk cId="4140240277" sldId="304"/>
            <ac:picMk id="5" creationId="{C0A32F20-769B-E107-563B-6CF5CCC8C400}"/>
          </ac:picMkLst>
        </pc:picChg>
        <pc:picChg chg="add mod">
          <ac:chgData name="Miguel Enrique Parra Muñoz" userId="10db8d64795bb4a0" providerId="LiveId" clId="{FAD1B159-A0A5-477E-9E49-038D595E69E3}" dt="2026-09-22T17:47:49.600" v="661" actId="14100"/>
          <ac:picMkLst>
            <pc:docMk/>
            <pc:sldMk cId="4140240277" sldId="304"/>
            <ac:picMk id="7" creationId="{93F8ADF5-AF38-832F-2CDF-9A855E232FEB}"/>
          </ac:picMkLst>
        </pc:picChg>
      </pc:sldChg>
      <pc:sldChg chg="addSp modSp add mod ord setBg">
        <pc:chgData name="Miguel Enrique Parra Muñoz" userId="10db8d64795bb4a0" providerId="LiveId" clId="{FAD1B159-A0A5-477E-9E49-038D595E69E3}" dt="2026-09-22T17:49:25.072" v="674" actId="26606"/>
        <pc:sldMkLst>
          <pc:docMk/>
          <pc:sldMk cId="1389570742" sldId="305"/>
        </pc:sldMkLst>
        <pc:spChg chg="mod">
          <ac:chgData name="Miguel Enrique Parra Muñoz" userId="10db8d64795bb4a0" providerId="LiveId" clId="{FAD1B159-A0A5-477E-9E49-038D595E69E3}" dt="2026-09-22T17:49:25.072" v="674" actId="26606"/>
          <ac:spMkLst>
            <pc:docMk/>
            <pc:sldMk cId="1389570742" sldId="305"/>
            <ac:spMk id="2" creationId="{8044BFD7-85AA-2F61-D18F-576BFECC6AD7}"/>
          </ac:spMkLst>
        </pc:spChg>
        <pc:spChg chg="mod">
          <ac:chgData name="Miguel Enrique Parra Muñoz" userId="10db8d64795bb4a0" providerId="LiveId" clId="{FAD1B159-A0A5-477E-9E49-038D595E69E3}" dt="2026-09-22T17:49:25.072" v="674" actId="26606"/>
          <ac:spMkLst>
            <pc:docMk/>
            <pc:sldMk cId="1389570742" sldId="305"/>
            <ac:spMk id="3" creationId="{625499A1-5A4D-2DE6-9B65-208312E4DB73}"/>
          </ac:spMkLst>
        </pc:spChg>
        <pc:spChg chg="add mod">
          <ac:chgData name="Miguel Enrique Parra Muñoz" userId="10db8d64795bb4a0" providerId="LiveId" clId="{FAD1B159-A0A5-477E-9E49-038D595E69E3}" dt="2026-09-22T17:49:25.072" v="674" actId="26606"/>
          <ac:spMkLst>
            <pc:docMk/>
            <pc:sldMk cId="1389570742" sldId="305"/>
            <ac:spMk id="4" creationId="{169731D6-508D-8280-292A-CEFC6D72C732}"/>
          </ac:spMkLst>
        </pc:spChg>
        <pc:spChg chg="add">
          <ac:chgData name="Miguel Enrique Parra Muñoz" userId="10db8d64795bb4a0" providerId="LiveId" clId="{FAD1B159-A0A5-477E-9E49-038D595E69E3}" dt="2026-09-22T17:49:25.072" v="674" actId="26606"/>
          <ac:spMkLst>
            <pc:docMk/>
            <pc:sldMk cId="1389570742" sldId="305"/>
            <ac:spMk id="9" creationId="{4C608BEB-860E-4094-8511-78603564A75E}"/>
          </ac:spMkLst>
        </pc:spChg>
        <pc:cxnChg chg="add">
          <ac:chgData name="Miguel Enrique Parra Muñoz" userId="10db8d64795bb4a0" providerId="LiveId" clId="{FAD1B159-A0A5-477E-9E49-038D595E69E3}" dt="2026-09-22T17:49:25.072" v="674" actId="26606"/>
          <ac:cxnSpMkLst>
            <pc:docMk/>
            <pc:sldMk cId="1389570742" sldId="305"/>
            <ac:cxnSpMk id="11" creationId="{1F16A8D4-FE87-4604-88B2-394B5D1EB437}"/>
          </ac:cxnSpMkLst>
        </pc:cxnChg>
      </pc:sldChg>
      <pc:sldChg chg="addSp delSp modSp add mod setBg">
        <pc:chgData name="Miguel Enrique Parra Muñoz" userId="10db8d64795bb4a0" providerId="LiveId" clId="{FAD1B159-A0A5-477E-9E49-038D595E69E3}" dt="2026-09-22T17:49:32.259" v="675" actId="26606"/>
        <pc:sldMkLst>
          <pc:docMk/>
          <pc:sldMk cId="1452351738" sldId="306"/>
        </pc:sldMkLst>
        <pc:spChg chg="mod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2" creationId="{3C3866A0-2475-C124-4E11-BAFDD248283F}"/>
          </ac:spMkLst>
        </pc:spChg>
        <pc:spChg chg="mod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3" creationId="{5C280380-7A76-2AE7-7D3E-F0F49F474D2A}"/>
          </ac:spMkLst>
        </pc:spChg>
        <pc:spChg chg="add del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10" creationId="{058A14AF-9FB5-4CC7-BA35-E8E85D3EDF0E}"/>
          </ac:spMkLst>
        </pc:spChg>
        <pc:spChg chg="add del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12" creationId="{3A9A4357-BD1D-4622-A4FE-766E6AB8DE84}"/>
          </ac:spMkLst>
        </pc:spChg>
        <pc:spChg chg="add del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14" creationId="{E659831F-0D9A-4C63-9EBB-8435B85A440F}"/>
          </ac:spMkLst>
        </pc:spChg>
        <pc:spChg chg="add del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16" creationId="{E6995CE5-F890-4ABA-82A2-26507CE8D2A3}"/>
          </ac:spMkLst>
        </pc:spChg>
        <pc:spChg chg="add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21" creationId="{2B97F24A-32CE-4C1C-A50D-3016B394DCFB}"/>
          </ac:spMkLst>
        </pc:spChg>
        <pc:spChg chg="add">
          <ac:chgData name="Miguel Enrique Parra Muñoz" userId="10db8d64795bb4a0" providerId="LiveId" clId="{FAD1B159-A0A5-477E-9E49-038D595E69E3}" dt="2026-09-22T17:49:32.259" v="675" actId="26606"/>
          <ac:spMkLst>
            <pc:docMk/>
            <pc:sldMk cId="1452351738" sldId="306"/>
            <ac:spMk id="23" creationId="{CD8B4F24-440B-49E9-B85D-733523DC064B}"/>
          </ac:spMkLst>
        </pc:spChg>
        <pc:picChg chg="add mod">
          <ac:chgData name="Miguel Enrique Parra Muñoz" userId="10db8d64795bb4a0" providerId="LiveId" clId="{FAD1B159-A0A5-477E-9E49-038D595E69E3}" dt="2026-09-22T17:49:32.259" v="675" actId="26606"/>
          <ac:picMkLst>
            <pc:docMk/>
            <pc:sldMk cId="1452351738" sldId="306"/>
            <ac:picMk id="5" creationId="{9F92CA0E-8D51-D8FF-E6AC-7AE442D678E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DF72B-33FC-850C-A750-581DAA746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33F1FC-7644-9A15-09ED-055384AD5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08FCEA-8BBD-B009-AFEE-45442B61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124621-2A3D-448B-A759-E917C1EC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122123-B552-770B-C03C-1FE77976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23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D57F5-1015-3F6B-E105-FCEDA2D9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929F48-FA94-85B5-E93B-ABB05F56B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89A27-3D11-BD35-FFE4-ACAA25FAD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AAB1C4-6D84-2DFF-76B1-F8555F09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B1D108-A9F7-6580-3996-D451B722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40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07C47-5769-0299-894D-F7612287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E00FC3-1F21-E14B-1D33-03E24649C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032114-0FDF-EB81-140D-BACBC2B2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A0AFAA-F570-E870-7ECB-2921108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79DC-61E3-BB9D-C456-BCCF1AE7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70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22B34-2C09-3038-09FF-8187EF3C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C58846-CE9A-D776-AEF7-859C5DA87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11A615-041C-A309-E0BD-5B6DCEE94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6C5B77-933E-D6CB-B48A-A1AC0196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CA6FE7-D3EE-C6D8-AB68-8CE41D7A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457258-1ECD-CEE6-700E-1DE22594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434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B89BC-55C1-4E0D-F328-FEFE4F16D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C6D8C5-0182-31BA-3113-5944D063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0C01F1-DE24-2EDB-5520-8B196CF0E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87FE33-D829-3CCC-FF55-9BBBA6639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AF74652-CF97-EBA3-0F40-098978443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774801F-12CA-D141-0F9E-55E78E73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D1A4D7-2B01-6AED-CB27-2C42C3C1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257DDC3-CB29-83EF-0315-1C297B9B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417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7717D-3E4C-6DC3-37CA-07018ABD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6C12048-08B5-B9FE-4F89-5A670D0E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B0C5EC-BB07-D84A-CE31-EA99E8A5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78311A-FCFB-CD6F-DA7B-D65E61BE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84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0FF63A5-DD96-066D-E399-481FD4D0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2AD4A3-13D4-8D1C-4572-7B0F1712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93BF43-FF44-5942-76FB-3E384BE8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22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9C405-A072-8C67-4005-7A4B6B55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8DF256-D39C-5026-A024-4328498DE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0B158B-77BB-A54E-BC2B-D1B0869C2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02F381-3D48-B57D-06E5-342B3A3BA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1F8D1E-CDB3-2FAF-43B1-0236DBB51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D5D894B-6E4A-A573-CC29-035CB795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18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E2B42-9C14-0C66-48D7-C7C8F474C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5B4EFB-141D-7FA3-3375-681632950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1E60C5-497F-65CC-88A8-6A7C08A02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7062D1-B28F-7568-3190-C4B6E833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DDAC20-56EA-F850-2417-A6E3917C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68BD88-0CA8-5931-FF5E-61600BBA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72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6A48A-7942-FC21-B458-B61CD5EC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D7DC41-C308-35DE-0576-D8D25D747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1413B-6E1C-D4AC-8751-6954C70A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C52293-A801-2A1E-DCBC-7AFAA4179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897351-1E73-1F3C-CC93-F644B7C1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3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51D005-B805-7DC4-67FC-525419351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EFE883-E38D-FA94-FBD1-05674515E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B79F74-AD74-39BF-B2A9-94AFD36C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2E4062-00D3-AD37-5A27-29006209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D77000-C0D9-5E29-0178-58C0324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195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298D2B-E1A5-9908-A1E9-278C4CB4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B76D7F-F14F-F05F-9960-B47BD7A2F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539BF4-2C41-3643-B328-036B02F3E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4E532-8B2C-4C1F-85AD-CF5AD2FA0F3A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41D929-081B-2F3C-EEFC-A06093DED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1228EE-D685-FB99-822C-B559A4E8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8E63E-6C60-41AD-B8BA-A0253739C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74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skell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évoa densa cobrindo a montanha">
            <a:extLst>
              <a:ext uri="{FF2B5EF4-FFF2-40B4-BE49-F238E27FC236}">
                <a16:creationId xmlns:a16="http://schemas.microsoft.com/office/drawing/2014/main" id="{B77AADA5-7823-69C1-5A7A-A40885E9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0759" b="497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84EF6D-8711-533A-C926-298FBC380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pt-BR" sz="4000">
                <a:solidFill>
                  <a:srgbClr val="FFFFFF"/>
                </a:solidFill>
              </a:rPr>
              <a:t>Paradigma funcional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165529-AF99-CC97-32DF-F88E7C6E5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pt-BR" sz="1800">
                <a:solidFill>
                  <a:srgbClr val="FFFFFF"/>
                </a:solidFill>
              </a:rPr>
              <a:t>Miguel Enrique Parra Munoz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15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A304E-C847-A413-B9AE-4F55E861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D3CEF3-76EC-C728-0392-8F5DC364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O Paradigma Funcional: Princípios</a:t>
            </a:r>
            <a:br>
              <a:rPr lang="pt-BR" b="1">
                <a:solidFill>
                  <a:srgbClr val="FFFFFF"/>
                </a:solidFill>
              </a:rPr>
            </a:b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C62AB-3BED-80A4-C58F-3901AD0F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dirty="0"/>
              <a:t>Na programação funcional a modelagem de um problema computacional é composta por uma coleção de funções que interagem entre si utilizando recursos como: composição funcional, condições e recursão. Essencialmente, “a computação é vista como uma função matemática mapeando entradas e saídas” – onde não há uma </a:t>
            </a:r>
            <a:r>
              <a:rPr lang="pt-BR" b="1" dirty="0"/>
              <a:t>noção de estado</a:t>
            </a:r>
            <a:r>
              <a:rPr lang="pt-BR" dirty="0"/>
              <a:t>, e com essa perspectiva, distingue-se diretamente dos paradigmas imperativo, lógico e/ou orientado à objeto.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711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AB5FFA-819C-F307-37B3-0E229357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4100" b="1">
                <a:solidFill>
                  <a:srgbClr val="FFFFFF"/>
                </a:solidFill>
              </a:rPr>
              <a:t>Os Pilares da Programação Funcional</a:t>
            </a:r>
            <a:br>
              <a:rPr lang="pt-BR" sz="4100" b="1">
                <a:solidFill>
                  <a:srgbClr val="FFFFFF"/>
                </a:solidFill>
              </a:rPr>
            </a:b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012B27-B8BD-EF8F-A73E-07E859A63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sz="2600"/>
              <a:t>Para construir programas verdadeiramente funcionais, a arquitetura de código fundamenta-se nos seguintes pilares:</a:t>
            </a:r>
          </a:p>
          <a:p>
            <a:pPr marL="0" indent="0">
              <a:buNone/>
            </a:pPr>
            <a:r>
              <a:rPr lang="pt-BR" sz="2600" b="1"/>
              <a:t>1. Imutabilidade</a:t>
            </a:r>
          </a:p>
          <a:p>
            <a:r>
              <a:rPr lang="pt-BR" sz="2600"/>
              <a:t>Na programação funcional, dados são </a:t>
            </a:r>
            <a:r>
              <a:rPr lang="pt-BR" sz="2600" b="1"/>
              <a:t>imutáveis</a:t>
            </a:r>
            <a:r>
              <a:rPr lang="pt-BR" sz="2600"/>
              <a:t>. Uma vez criada uma variável ou coleção, seu valor e estado não podem ser modificados no decorrer do tempo. Em vez de alterar o dado original, aplicam-se transformações que geram novas cópias com os novos resultados. Isso elimina problemas clássicos de condições de corrida (</a:t>
            </a:r>
            <a:r>
              <a:rPr lang="pt-BR" sz="2600" err="1"/>
              <a:t>race</a:t>
            </a:r>
            <a:r>
              <a:rPr lang="pt-BR" sz="2600"/>
              <a:t> </a:t>
            </a:r>
            <a:r>
              <a:rPr lang="pt-BR" sz="2600" err="1"/>
              <a:t>conditions</a:t>
            </a:r>
            <a:r>
              <a:rPr lang="pt-BR" sz="2600"/>
              <a:t>) e</a:t>
            </a:r>
            <a:br>
              <a:rPr lang="pt-BR" sz="2600"/>
            </a:br>
            <a:r>
              <a:rPr lang="pt-BR" sz="2600"/>
              <a:t>efeitos colaterais imprevistos.</a:t>
            </a:r>
          </a:p>
          <a:p>
            <a:endParaRPr lang="pt-BR" sz="2600"/>
          </a:p>
          <a:p>
            <a:endParaRPr lang="pt-BR" sz="2600"/>
          </a:p>
        </p:txBody>
      </p:sp>
    </p:spTree>
    <p:extLst>
      <p:ext uri="{BB962C8B-B14F-4D97-AF65-F5344CB8AC3E}">
        <p14:creationId xmlns:p14="http://schemas.microsoft.com/office/powerpoint/2010/main" val="200693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9ADDC9-3F79-88AD-CB0F-6A4388DE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C72451-C0D8-7BEA-6509-9D6B1105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4100" b="1">
                <a:solidFill>
                  <a:srgbClr val="FFFFFF"/>
                </a:solidFill>
              </a:rPr>
              <a:t>Os Pilares da Programação Funcional</a:t>
            </a:r>
            <a:br>
              <a:rPr lang="pt-BR" sz="4100" b="1">
                <a:solidFill>
                  <a:srgbClr val="FFFFFF"/>
                </a:solidFill>
              </a:rPr>
            </a:b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02194-BD46-0AF2-D4A4-E17F8E392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b="1" dirty="0"/>
              <a:t>2. Funções Puras e Ausência de Efeitos Colaterais</a:t>
            </a:r>
          </a:p>
          <a:p>
            <a:r>
              <a:rPr lang="pt-BR" dirty="0"/>
              <a:t>Uma </a:t>
            </a:r>
            <a:r>
              <a:rPr lang="pt-BR" b="1" dirty="0"/>
              <a:t>função pura</a:t>
            </a:r>
            <a:r>
              <a:rPr lang="pt-BR" dirty="0"/>
              <a:t> cumpre duas propriedades obrigatórias:</a:t>
            </a:r>
          </a:p>
          <a:p>
            <a:pPr lvl="0"/>
            <a:r>
              <a:rPr lang="pt-BR" b="1" dirty="0"/>
              <a:t>Determinismo:</a:t>
            </a:r>
            <a:r>
              <a:rPr lang="pt-BR" dirty="0"/>
              <a:t> Para um mesmo conjunto de argumentos de entrada, ela </a:t>
            </a:r>
            <a:r>
              <a:rPr lang="pt-BR" b="1" dirty="0"/>
              <a:t>sempre</a:t>
            </a:r>
            <a:r>
              <a:rPr lang="pt-BR" dirty="0"/>
              <a:t> retornará exatamente a mesma saída.</a:t>
            </a:r>
          </a:p>
          <a:p>
            <a:pPr lvl="0"/>
            <a:r>
              <a:rPr lang="pt-BR" b="1" dirty="0"/>
              <a:t>Ausência de Efeitos Colaterais (</a:t>
            </a:r>
            <a:r>
              <a:rPr lang="pt-BR" b="1" dirty="0" err="1"/>
              <a:t>Side</a:t>
            </a:r>
            <a:r>
              <a:rPr lang="pt-BR" b="1" dirty="0"/>
              <a:t> </a:t>
            </a:r>
            <a:r>
              <a:rPr lang="pt-BR" b="1" dirty="0" err="1"/>
              <a:t>Effects</a:t>
            </a:r>
            <a:r>
              <a:rPr lang="pt-BR" b="1" dirty="0"/>
              <a:t>)</a:t>
            </a:r>
            <a:r>
              <a:rPr lang="pt-BR" dirty="0"/>
              <a:t>: A função não altera nada fora do seu próprio escopo. Ela não modifica variáveis globais, não altera parâmetros recebidos, não escreve em arquivos e não altera o banco de dados.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5492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1ECA4-D580-5634-13CF-C9E3F73E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3794E3-01F1-4256-CF09-588D864C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4100" b="1">
                <a:solidFill>
                  <a:srgbClr val="FFFFFF"/>
                </a:solidFill>
              </a:rPr>
              <a:t>Os Pilares da Programação Funcional</a:t>
            </a:r>
            <a:br>
              <a:rPr lang="pt-BR" sz="4100" b="1">
                <a:solidFill>
                  <a:srgbClr val="FFFFFF"/>
                </a:solidFill>
              </a:rPr>
            </a:br>
            <a:endParaRPr lang="pt-BR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52758-C168-B188-5632-6425F6EB1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400" b="1"/>
              <a:t>3. Cidadãos de Primeiras Classe e Funções de Alta Ordem</a:t>
            </a:r>
          </a:p>
          <a:p>
            <a:r>
              <a:rPr lang="pt-BR" sz="2400"/>
              <a:t>Dizemos que funções são </a:t>
            </a:r>
            <a:r>
              <a:rPr lang="pt-BR" sz="2400" b="1" err="1"/>
              <a:t>First-Class</a:t>
            </a:r>
            <a:r>
              <a:rPr lang="pt-BR" sz="2400" b="1"/>
              <a:t> Citizens</a:t>
            </a:r>
            <a:r>
              <a:rPr lang="pt-BR" sz="2400"/>
              <a:t> (Cidadãos de Primeira Classe) quando a linguagem as trata como qualquer outro tipo de dado (como números ou </a:t>
            </a:r>
            <a:r>
              <a:rPr lang="pt-BR" sz="2400" err="1"/>
              <a:t>strings</a:t>
            </a:r>
            <a:r>
              <a:rPr lang="pt-BR" sz="2400"/>
              <a:t>). Isso significa que funções podem ser atribuídas a variáveis, passadas como argumento para</a:t>
            </a:r>
            <a:br>
              <a:rPr lang="pt-BR" sz="2400"/>
            </a:br>
            <a:r>
              <a:rPr lang="pt-BR" sz="2400"/>
              <a:t>outras funções e retornadas como resultado.</a:t>
            </a:r>
          </a:p>
          <a:p>
            <a:r>
              <a:rPr lang="pt-BR" sz="2400"/>
              <a:t>Com base nisso, surgem as </a:t>
            </a:r>
            <a:r>
              <a:rPr lang="pt-BR" sz="2400" b="1"/>
              <a:t>Higher-</a:t>
            </a:r>
            <a:r>
              <a:rPr lang="pt-BR" sz="2400" b="1" err="1"/>
              <a:t>Order</a:t>
            </a:r>
            <a:r>
              <a:rPr lang="pt-BR" sz="2400" b="1"/>
              <a:t> </a:t>
            </a:r>
            <a:r>
              <a:rPr lang="pt-BR" sz="2400" b="1" err="1"/>
              <a:t>Functions</a:t>
            </a:r>
            <a:r>
              <a:rPr lang="pt-BR" sz="2400" b="1"/>
              <a:t> (</a:t>
            </a:r>
            <a:r>
              <a:rPr lang="pt-BR" sz="2400" b="1" err="1"/>
              <a:t>HOFs</a:t>
            </a:r>
            <a:r>
              <a:rPr lang="pt-BR" sz="2400" b="1"/>
              <a:t> – Funções de Alta Ordem)</a:t>
            </a:r>
            <a:r>
              <a:rPr lang="pt-BR" sz="2400"/>
              <a:t>, que são funções que recebem uma ou mais funções por parâmetro ou retornam uma função. Os exemplos clássicos em coleções são </a:t>
            </a:r>
            <a:r>
              <a:rPr lang="pt-BR" sz="2400" b="1"/>
              <a:t>.</a:t>
            </a:r>
            <a:r>
              <a:rPr lang="pt-BR" sz="2400" b="1" err="1"/>
              <a:t>map</a:t>
            </a:r>
            <a:r>
              <a:rPr lang="pt-BR" sz="2400" b="1"/>
              <a:t>(), .</a:t>
            </a:r>
            <a:r>
              <a:rPr lang="pt-BR" sz="2400" b="1" err="1"/>
              <a:t>filter</a:t>
            </a:r>
            <a:r>
              <a:rPr lang="pt-BR" sz="2400" b="1"/>
              <a:t>() e .</a:t>
            </a:r>
            <a:r>
              <a:rPr lang="pt-BR" sz="2400" b="1" err="1"/>
              <a:t>reduce</a:t>
            </a:r>
            <a:r>
              <a:rPr lang="pt-BR" sz="2400" b="1"/>
              <a:t>()</a:t>
            </a:r>
            <a:r>
              <a:rPr lang="pt-BR" sz="2400"/>
              <a:t>.</a:t>
            </a:r>
          </a:p>
          <a:p>
            <a:endParaRPr lang="pt-BR" sz="2400"/>
          </a:p>
          <a:p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318629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37438-0A01-FCE0-CD54-19E94869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443997-7B7E-C492-9F08-9C7196D27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O </a:t>
            </a:r>
            <a:r>
              <a:rPr lang="pt-BR" b="1">
                <a:solidFill>
                  <a:srgbClr val="FFFFFF"/>
                </a:solidFill>
              </a:rPr>
              <a:t>paradigma funcional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F6D7F2-116E-1416-A357-8368DAC0C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dirty="0"/>
              <a:t>O </a:t>
            </a:r>
            <a:r>
              <a:rPr lang="pt-BR" b="1" dirty="0"/>
              <a:t>paradigma funcional</a:t>
            </a:r>
            <a:r>
              <a:rPr lang="pt-BR" dirty="0"/>
              <a:t> é um paradigma de programação baseado no uso de </a:t>
            </a:r>
            <a:r>
              <a:rPr lang="pt-BR" b="1" dirty="0"/>
              <a:t>funções</a:t>
            </a:r>
            <a:r>
              <a:rPr lang="pt-BR" dirty="0"/>
              <a:t> como principal elemento de construção dos programas. Ele procura reduzir mudanças de estado e efeitos colaterais, favorecendo operações mais previsíveis e facilitando o raciocínio sobre o código.</a:t>
            </a:r>
          </a:p>
        </p:txBody>
      </p:sp>
    </p:spTree>
    <p:extLst>
      <p:ext uri="{BB962C8B-B14F-4D97-AF65-F5344CB8AC3E}">
        <p14:creationId xmlns:p14="http://schemas.microsoft.com/office/powerpoint/2010/main" val="381309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55E05-81D5-865D-BCCB-2085B7FE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19BF02-CA36-12D0-0A09-268D17A1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Vantagens</a:t>
            </a:r>
            <a:br>
              <a:rPr lang="pt-BR" b="1">
                <a:solidFill>
                  <a:srgbClr val="FFFFFF"/>
                </a:solidFill>
              </a:rPr>
            </a:b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D8A8A1-486C-617C-4E37-CF5BB209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pt-BR" sz="1800" b="1"/>
              <a:t>Maior previsibilidade:</a:t>
            </a:r>
            <a:r>
              <a:rPr lang="pt-BR" sz="1800"/>
              <a:t> funções puras, que não alteram dados externos, produzem o mesmo resultado para as mesmas entradas. </a:t>
            </a:r>
          </a:p>
          <a:p>
            <a:pPr lvl="0"/>
            <a:r>
              <a:rPr lang="pt-BR" sz="1800" b="1"/>
              <a:t>Facilidade de testes:</a:t>
            </a:r>
            <a:r>
              <a:rPr lang="pt-BR" sz="1800"/>
              <a:t> funções independentes podem ser testadas isoladamente. </a:t>
            </a:r>
          </a:p>
          <a:p>
            <a:pPr lvl="0"/>
            <a:r>
              <a:rPr lang="pt-BR" sz="1800" b="1"/>
              <a:t>Reutilização de código:</a:t>
            </a:r>
            <a:r>
              <a:rPr lang="pt-BR" sz="1800"/>
              <a:t> funções podem ser utilizadas em diferentes partes do programa. </a:t>
            </a:r>
          </a:p>
          <a:p>
            <a:pPr lvl="0"/>
            <a:r>
              <a:rPr lang="pt-BR" sz="1800" b="1"/>
              <a:t>Menor ocorrência de efeitos colaterais:</a:t>
            </a:r>
            <a:r>
              <a:rPr lang="pt-BR" sz="1800"/>
              <a:t> reduz problemas causados por alterações inesperadas em variáveis ou estruturas compartilhadas. </a:t>
            </a:r>
          </a:p>
          <a:p>
            <a:pPr lvl="0"/>
            <a:r>
              <a:rPr lang="pt-BR" sz="1800" b="1"/>
              <a:t>Facilidade para processamento paralelo:</a:t>
            </a:r>
            <a:r>
              <a:rPr lang="pt-BR" sz="1800"/>
              <a:t> a ausência de estado compartilhado pode facilitar a execução de diferentes operações simultaneamente. </a:t>
            </a:r>
          </a:p>
          <a:p>
            <a:pPr lvl="0"/>
            <a:r>
              <a:rPr lang="pt-BR" sz="1800" b="1"/>
              <a:t>Código mais modular:</a:t>
            </a:r>
            <a:r>
              <a:rPr lang="pt-BR" sz="1800"/>
              <a:t> programas podem ser divididos em pequenas funções com responsabilidades específicas. </a:t>
            </a:r>
          </a:p>
          <a:p>
            <a:pPr lvl="0"/>
            <a:r>
              <a:rPr lang="pt-BR" sz="1800" b="1"/>
              <a:t>Facilidade de manutenção:</a:t>
            </a:r>
            <a:r>
              <a:rPr lang="pt-BR" sz="1800"/>
              <a:t> alterações em uma função tendem a causar menos impactos em outras partes do programa quando há baixo acoplamento.</a:t>
            </a:r>
          </a:p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385325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04FFAC-F4F3-4CCA-5077-F90A8BEC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21AF0A-05FA-742A-38D9-5E53C659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sz="3700" b="1">
                <a:solidFill>
                  <a:srgbClr val="FFFFFF"/>
                </a:solidFill>
              </a:rPr>
              <a:t>Desvantagens</a:t>
            </a:r>
            <a:br>
              <a:rPr lang="pt-BR" sz="3700" b="1">
                <a:solidFill>
                  <a:srgbClr val="FFFFFF"/>
                </a:solidFill>
              </a:rPr>
            </a:br>
            <a:endParaRPr lang="pt-BR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A1B720-1240-1B54-FB4F-17CE7FBAA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lvl="0"/>
            <a:r>
              <a:rPr lang="pt-BR" sz="1800" b="1"/>
              <a:t>Curva de aprendizado:</a:t>
            </a:r>
            <a:r>
              <a:rPr lang="pt-BR" sz="1800"/>
              <a:t> conceitos como funções de alta ordem, recursão, composição e imutabilidade podem ser difíceis para iniciantes. </a:t>
            </a:r>
          </a:p>
          <a:p>
            <a:pPr lvl="0"/>
            <a:r>
              <a:rPr lang="pt-BR" sz="1800" b="1"/>
              <a:t>Consumo de memória:</a:t>
            </a:r>
            <a:r>
              <a:rPr lang="pt-BR" sz="1800"/>
              <a:t> o uso intenso de estruturas imutáveis pode gerar novas estruturas de dados em vez de modificar as existentes. </a:t>
            </a:r>
          </a:p>
          <a:p>
            <a:pPr lvl="0"/>
            <a:r>
              <a:rPr lang="pt-BR" sz="1800" b="1"/>
              <a:t>Desempenho:</a:t>
            </a:r>
            <a:r>
              <a:rPr lang="pt-BR" sz="1800"/>
              <a:t> determinadas soluções funcionais, especialmente aquelas que utilizam muita recursão ou criação de objetos, podem apresentar maior custo computacional. </a:t>
            </a:r>
          </a:p>
          <a:p>
            <a:pPr lvl="0"/>
            <a:r>
              <a:rPr lang="pt-BR" sz="1800" b="1"/>
              <a:t>Dificuldade com problemas naturalmente mutáveis:</a:t>
            </a:r>
            <a:r>
              <a:rPr lang="pt-BR" sz="1800"/>
              <a:t> sistemas que dependem de mudanças frequentes de estado podem ser menos intuitivos nesse paradigma. </a:t>
            </a:r>
          </a:p>
          <a:p>
            <a:pPr lvl="0"/>
            <a:r>
              <a:rPr lang="pt-BR" sz="1800" b="1"/>
              <a:t>Recursão pode substituir estruturas tradicionais:</a:t>
            </a:r>
            <a:r>
              <a:rPr lang="pt-BR" sz="1800"/>
              <a:t> algoritmos que seriam simples com for ou </a:t>
            </a:r>
            <a:r>
              <a:rPr lang="pt-BR" sz="1800" err="1"/>
              <a:t>while</a:t>
            </a:r>
            <a:r>
              <a:rPr lang="pt-BR" sz="1800"/>
              <a:t> podem exigir recursão ou funções de ordem superior. </a:t>
            </a:r>
          </a:p>
          <a:p>
            <a:pPr lvl="0"/>
            <a:r>
              <a:rPr lang="pt-BR" sz="1800" b="1"/>
              <a:t>Sintaxe e conceitos específicos:</a:t>
            </a:r>
            <a:r>
              <a:rPr lang="pt-BR" sz="1800"/>
              <a:t> linguagens predominantemente funcionais podem apresentar conceitos diferentes daqueles encontrados em linguagens imperativas tradicionais.</a:t>
            </a:r>
          </a:p>
          <a:p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46528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AEB6-540E-E52B-B16B-FDF89DC4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44950-22DD-432D-C460-EDEE4B044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Exemeplo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5B8276-B68E-4F68-6320-89EFA2D7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ML (Meta </a:t>
            </a:r>
            <a:r>
              <a:rPr lang="pt-BR" b="1" dirty="0" err="1"/>
              <a:t>Language</a:t>
            </a:r>
            <a:r>
              <a:rPr lang="pt-BR" b="1" dirty="0"/>
              <a:t>)</a:t>
            </a:r>
            <a:r>
              <a:rPr lang="pt-BR" dirty="0"/>
              <a:t>, mais especificamente, o código está no estilo </a:t>
            </a:r>
            <a:r>
              <a:rPr lang="pt-BR" b="1" dirty="0"/>
              <a:t>Standard ML (SML)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401DC3-71DD-FBA4-03D9-5082D4B9C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07" y="1926708"/>
            <a:ext cx="4752975" cy="3238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6811F95-6E0C-463A-F306-34A996F2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141" y="2169264"/>
            <a:ext cx="43053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7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AAAE-0E72-EACA-7C4D-AA15746F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1F54D-1657-4120-970C-04333F31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356E5-9D1F-A9C6-C661-69D5AB091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B5D764-6E02-9E68-FFDA-EE882C19A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9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2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D930E-5C84-FD6B-75AD-04365CDFB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E5261F-B26E-D52B-3A63-27055FFB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rgbClr val="FFFFFF"/>
                </a:solidFill>
              </a:rPr>
              <a:t>Haskell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2134EA-7881-C981-AA69-E4420EE4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pt-BR" sz="2000" b="1" err="1"/>
              <a:t>Haskell</a:t>
            </a:r>
            <a:r>
              <a:rPr lang="pt-BR" sz="2000"/>
              <a:t> é uma linguagem de programação puramente funcional e de propósito geral, nomeada em homenagem ao lógico </a:t>
            </a:r>
          </a:p>
          <a:p>
            <a:r>
              <a:rPr lang="pt-BR" sz="2000" b="1"/>
              <a:t>O que torna </a:t>
            </a:r>
            <a:r>
              <a:rPr lang="pt-BR" sz="2000" b="1" err="1"/>
              <a:t>Haskell</a:t>
            </a:r>
            <a:r>
              <a:rPr lang="pt-BR" sz="2000" b="1"/>
              <a:t> diferente?</a:t>
            </a:r>
          </a:p>
          <a:p>
            <a:r>
              <a:rPr lang="pt-BR" sz="2000"/>
              <a:t>Diferente de linguagens comuns onde você dá uma lista de ordens passo a passo para o computador, em </a:t>
            </a:r>
            <a:r>
              <a:rPr lang="pt-BR" sz="2000" b="1" err="1"/>
              <a:t>Haskell</a:t>
            </a:r>
            <a:r>
              <a:rPr lang="pt-BR" sz="2000"/>
              <a:t> você escreve equações matemáticas. O programa funciona transformando dados de entrada em dados de saída através de funções. [</a:t>
            </a:r>
            <a:r>
              <a:rPr lang="pt-BR" sz="2000" b="1"/>
              <a:t>Principais Características</a:t>
            </a:r>
          </a:p>
          <a:p>
            <a:pPr lvl="0"/>
            <a:r>
              <a:rPr lang="pt-BR" sz="2000" b="1"/>
              <a:t>Puramente Funcional:</a:t>
            </a:r>
            <a:r>
              <a:rPr lang="pt-BR" sz="2000"/>
              <a:t> As funções sempre produzem o mesmo resultado para os mesmos dados. Elas não alteram o estado de variáveis na memória. </a:t>
            </a:r>
            <a:r>
              <a:rPr lang="pt-BR" sz="2000" b="1"/>
              <a:t>Avaliação Preguiçosa:</a:t>
            </a:r>
            <a:r>
              <a:rPr lang="pt-BR" sz="2000"/>
              <a:t> O sistema só calcula um valor quando ele é estritamente necessário para o resultado final. [</a:t>
            </a:r>
            <a:r>
              <a:rPr lang="pt-BR" sz="2000">
                <a:hlinkClick r:id="rId2"/>
              </a:rPr>
              <a:t>1</a:t>
            </a:r>
            <a:r>
              <a:rPr lang="pt-BR" sz="2000"/>
              <a:t>]</a:t>
            </a:r>
          </a:p>
          <a:p>
            <a:pPr lvl="0"/>
            <a:r>
              <a:rPr lang="pt-BR" sz="2000" b="1"/>
              <a:t>Tipagem Estática Forte:</a:t>
            </a:r>
            <a:r>
              <a:rPr lang="pt-BR" sz="2000"/>
              <a:t> O compilador verifica os tipos de dados do código antes de executar, o que ajuda a evitar erros bobos de programação.</a:t>
            </a: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253921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69413-C96B-CA31-241F-F5E6B7A3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541000E-C8A6-5309-6351-D85B4A46A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Exemplos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B3A7CE1-ED3F-0E54-7697-29EE1511E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057109"/>
            <a:ext cx="4565251" cy="26043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6519B6C-91F2-C63E-85D1-9E9817E6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448079"/>
            <a:ext cx="4600354" cy="1869466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A20ED-0EFC-CCF3-DB66-3F430B9AD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03678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DC96F-6910-41CD-ED60-0D9AE295A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FBAE9EC-B01D-638C-0F37-03F84A357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Comparações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055868-F7CE-0996-F280-5CE36ABD7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01" y="2074130"/>
            <a:ext cx="3635229" cy="26173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C90382A-B6D9-2132-EC27-810EAA385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074130"/>
            <a:ext cx="4588086" cy="261736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B7DE0-EB2F-6CAF-8981-3AC0D9A11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2891992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6CB13-D154-8D2E-51FD-58108CD5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8A23BA7-2ABC-5ACC-5061-C714A84D1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Comparações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CFDB15-D64F-B2EC-17DD-1ABA8D01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954" y="2050595"/>
            <a:ext cx="3647895" cy="261736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BA2D4A8-DA90-22FA-34BA-647621D7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074130"/>
            <a:ext cx="4588086" cy="261736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AD313B-092E-AF91-7BF6-0CE0F7B0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180062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D2621-2E9E-1435-D394-F50CDBE55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31F8A53-A4ED-DA24-349C-DD3E9CA2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Comparações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2003D7-4C45-563E-181B-2F85D4F1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6" y="1450197"/>
            <a:ext cx="3831773" cy="53219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75C7B2-DFAB-73FC-5357-5E9791F1E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71" y="2074130"/>
            <a:ext cx="4588086" cy="2617365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5AC3BF-B1F0-0E8E-6608-3303BA191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8" y="5070346"/>
            <a:ext cx="9496427" cy="1385266"/>
          </a:xfrm>
        </p:spPr>
        <p:txBody>
          <a:bodyPr>
            <a:normAutofit/>
          </a:bodyPr>
          <a:lstStyle/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672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E60AF-D678-8C6A-BE41-8BEEC8171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176ABA-48F1-D7B6-F5F0-FA58BB44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pt-BR" sz="4000"/>
              <a:t>Comparações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19EE9EF-2DBD-6DD4-0699-E3DC034BD4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054682"/>
              </p:ext>
            </p:extLst>
          </p:nvPr>
        </p:nvGraphicFramePr>
        <p:xfrm>
          <a:off x="1026761" y="3008354"/>
          <a:ext cx="10141247" cy="31472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1117">
                  <a:extLst>
                    <a:ext uri="{9D8B030D-6E8A-4147-A177-3AD203B41FA5}">
                      <a16:colId xmlns:a16="http://schemas.microsoft.com/office/drawing/2014/main" val="4067959108"/>
                    </a:ext>
                  </a:extLst>
                </a:gridCol>
                <a:gridCol w="3353923">
                  <a:extLst>
                    <a:ext uri="{9D8B030D-6E8A-4147-A177-3AD203B41FA5}">
                      <a16:colId xmlns:a16="http://schemas.microsoft.com/office/drawing/2014/main" val="1206264038"/>
                    </a:ext>
                  </a:extLst>
                </a:gridCol>
                <a:gridCol w="4526207">
                  <a:extLst>
                    <a:ext uri="{9D8B030D-6E8A-4147-A177-3AD203B41FA5}">
                      <a16:colId xmlns:a16="http://schemas.microsoft.com/office/drawing/2014/main" val="3979672174"/>
                    </a:ext>
                  </a:extLst>
                </a:gridCol>
              </a:tblGrid>
              <a:tr h="62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Linguagem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Recurso funcional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Exemplo</a:t>
                      </a:r>
                    </a:p>
                  </a:txBody>
                  <a:tcPr marL="143058" marR="143058" marT="71529" marB="71529" anchor="ctr"/>
                </a:tc>
                <a:extLst>
                  <a:ext uri="{0D108BD9-81ED-4DB2-BD59-A6C34878D82A}">
                    <a16:rowId xmlns:a16="http://schemas.microsoft.com/office/drawing/2014/main" val="697806946"/>
                  </a:ext>
                </a:extLst>
              </a:tr>
              <a:tr h="62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Haskell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map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map quadrado numeros</a:t>
                      </a:r>
                    </a:p>
                  </a:txBody>
                  <a:tcPr marL="143058" marR="143058" marT="71529" marB="71529" anchor="ctr"/>
                </a:tc>
                <a:extLst>
                  <a:ext uri="{0D108BD9-81ED-4DB2-BD59-A6C34878D82A}">
                    <a16:rowId xmlns:a16="http://schemas.microsoft.com/office/drawing/2014/main" val="1968573876"/>
                  </a:ext>
                </a:extLst>
              </a:tr>
              <a:tr h="62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Python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map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map(quadrado, numeros)</a:t>
                      </a:r>
                    </a:p>
                  </a:txBody>
                  <a:tcPr marL="143058" marR="143058" marT="71529" marB="71529" anchor="ctr"/>
                </a:tc>
                <a:extLst>
                  <a:ext uri="{0D108BD9-81ED-4DB2-BD59-A6C34878D82A}">
                    <a16:rowId xmlns:a16="http://schemas.microsoft.com/office/drawing/2014/main" val="3875778532"/>
                  </a:ext>
                </a:extLst>
              </a:tr>
              <a:tr h="62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JavaScript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.map()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numeros.map(quadrado)</a:t>
                      </a:r>
                    </a:p>
                  </a:txBody>
                  <a:tcPr marL="143058" marR="143058" marT="71529" marB="71529" anchor="ctr"/>
                </a:tc>
                <a:extLst>
                  <a:ext uri="{0D108BD9-81ED-4DB2-BD59-A6C34878D82A}">
                    <a16:rowId xmlns:a16="http://schemas.microsoft.com/office/drawing/2014/main" val="1046347303"/>
                  </a:ext>
                </a:extLst>
              </a:tr>
              <a:tr h="629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C++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std::transform</a:t>
                      </a:r>
                    </a:p>
                  </a:txBody>
                  <a:tcPr marL="143058" marR="143058" marT="71529" marB="71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std::transform(...)</a:t>
                      </a:r>
                    </a:p>
                  </a:txBody>
                  <a:tcPr marL="143058" marR="143058" marT="71529" marB="71529" anchor="ctr"/>
                </a:tc>
                <a:extLst>
                  <a:ext uri="{0D108BD9-81ED-4DB2-BD59-A6C34878D82A}">
                    <a16:rowId xmlns:a16="http://schemas.microsoft.com/office/drawing/2014/main" val="668246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796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1EA11-1F4E-F8F1-E9E2-D6F346CA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F1BCCA-9BF9-08D0-6359-921386CF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Atividade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FAA4EF-29A9-3907-B735-E6D81656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dirty="0"/>
              <a:t>Usando a lista: [2, 5, 8, 11, 14, 17, 20]</a:t>
            </a:r>
          </a:p>
          <a:p>
            <a:pPr marL="0" indent="0">
              <a:buNone/>
            </a:pPr>
            <a:r>
              <a:rPr lang="pt-BR" dirty="0"/>
              <a:t>Realize a seguinte atividade mostrando o equivalente em </a:t>
            </a:r>
            <a:r>
              <a:rPr lang="pt-BR" dirty="0" err="1"/>
              <a:t>Haskell,Python</a:t>
            </a:r>
            <a:r>
              <a:rPr lang="pt-BR" dirty="0"/>
              <a:t>, C++ e Javascript.</a:t>
            </a:r>
          </a:p>
          <a:p>
            <a:pPr lvl="0"/>
            <a:r>
              <a:rPr lang="pt-BR" b="1" dirty="0"/>
              <a:t>Selecione apenas os números pares</a:t>
            </a:r>
            <a:r>
              <a:rPr lang="pt-BR" dirty="0"/>
              <a:t>; </a:t>
            </a:r>
          </a:p>
          <a:p>
            <a:pPr lvl="0"/>
            <a:r>
              <a:rPr lang="pt-BR" b="1" dirty="0"/>
              <a:t>Calcule o quadrado</a:t>
            </a:r>
            <a:r>
              <a:rPr lang="pt-BR" dirty="0"/>
              <a:t> de cada número selecionado; </a:t>
            </a:r>
          </a:p>
          <a:p>
            <a:pPr lvl="0"/>
            <a:r>
              <a:rPr lang="pt-BR" b="1" dirty="0"/>
              <a:t>Calcule a soma</a:t>
            </a:r>
            <a:r>
              <a:rPr lang="pt-BR" dirty="0"/>
              <a:t> dos valores resultantes.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920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10696-07CC-BB6F-1A16-429224EC5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cript de computador em uma tela">
            <a:extLst>
              <a:ext uri="{FF2B5EF4-FFF2-40B4-BE49-F238E27FC236}">
                <a16:creationId xmlns:a16="http://schemas.microsoft.com/office/drawing/2014/main" id="{2526D04A-EA2C-9350-1EF9-41EE1DEC7F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1" b="975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D58156-F12D-F755-8020-4565A1686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Programação em Haskell</a:t>
            </a:r>
          </a:p>
        </p:txBody>
      </p:sp>
    </p:spTree>
    <p:extLst>
      <p:ext uri="{BB962C8B-B14F-4D97-AF65-F5344CB8AC3E}">
        <p14:creationId xmlns:p14="http://schemas.microsoft.com/office/powerpoint/2010/main" val="3061372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207AF-C772-8A86-C9AD-2C897FB4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8C92BB-BB24-9C38-149B-247246E3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t-BR" sz="4800"/>
              <a:t>Programação em Haskell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FBF458-3258-AB79-B752-24F2D6CAD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pt-BR" sz="2000"/>
              <a:t>Declaração básica de funções</a:t>
            </a:r>
          </a:p>
          <a:p>
            <a:endParaRPr lang="pt-BR" sz="20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775D3B-E4BE-1DA0-8500-44E0B3C6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72338"/>
            <a:ext cx="5150277" cy="29380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71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51FD-32F1-47AF-BD66-64A22B7D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E51DA-8808-B72C-7E69-3B0C555F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Haskell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E1CBD5-BDB3-8D26-17A6-E5C08E409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70FF6A-3F50-1491-BB6F-E93B8437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1031"/>
            <a:ext cx="8806364" cy="42005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56E0D9B-6A49-78AA-8D6D-5C5D7E64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3076575"/>
            <a:ext cx="20193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90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F796-5027-0040-A95F-F0A6B779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3769C-1925-273E-F144-EA4664B4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Haskell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8FA37-816C-CF48-2FB1-E5888D07D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 err="1"/>
              <a:t>polinomio</a:t>
            </a:r>
            <a:r>
              <a:rPr lang="pt-BR" dirty="0"/>
              <a:t> :: </a:t>
            </a:r>
            <a:r>
              <a:rPr lang="pt-BR" dirty="0" err="1"/>
              <a:t>Int</a:t>
            </a:r>
            <a:r>
              <a:rPr lang="pt-BR" dirty="0"/>
              <a:t>-&gt;</a:t>
            </a:r>
            <a:r>
              <a:rPr lang="pt-BR" dirty="0" err="1"/>
              <a:t>Int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polinomio</a:t>
            </a:r>
            <a:r>
              <a:rPr lang="pt-BR" dirty="0"/>
              <a:t> x = x*x*x - 2*x*x + 2*x + 3 --Declaração de uma função com uma variável</a:t>
            </a:r>
          </a:p>
          <a:p>
            <a:pPr marL="0" indent="0">
              <a:buNone/>
            </a:pPr>
            <a:r>
              <a:rPr lang="pt-BR" dirty="0"/>
              <a:t>soma :: </a:t>
            </a:r>
            <a:r>
              <a:rPr lang="pt-BR" dirty="0" err="1"/>
              <a:t>Float</a:t>
            </a:r>
            <a:r>
              <a:rPr lang="pt-BR" dirty="0"/>
              <a:t>-&gt; </a:t>
            </a:r>
            <a:r>
              <a:rPr lang="pt-BR" dirty="0" err="1"/>
              <a:t>Float</a:t>
            </a:r>
            <a:r>
              <a:rPr lang="pt-BR" dirty="0"/>
              <a:t>-&gt; </a:t>
            </a:r>
            <a:r>
              <a:rPr lang="pt-BR" dirty="0" err="1"/>
              <a:t>Float</a:t>
            </a:r>
            <a:r>
              <a:rPr lang="pt-BR" dirty="0"/>
              <a:t> --Definição dos parâmetros</a:t>
            </a:r>
          </a:p>
          <a:p>
            <a:pPr marL="0" indent="0">
              <a:buNone/>
            </a:pPr>
            <a:r>
              <a:rPr lang="pt-BR" dirty="0"/>
              <a:t>soma a b=a +b</a:t>
            </a:r>
          </a:p>
          <a:p>
            <a:pPr marL="0" indent="0">
              <a:buNone/>
            </a:pPr>
            <a:r>
              <a:rPr lang="pt-BR" dirty="0" err="1"/>
              <a:t>main</a:t>
            </a:r>
            <a:r>
              <a:rPr lang="pt-BR" dirty="0"/>
              <a:t> :: IO ()</a:t>
            </a:r>
          </a:p>
          <a:p>
            <a:pPr marL="0" indent="0">
              <a:buNone/>
            </a:pPr>
            <a:r>
              <a:rPr lang="pt-BR" dirty="0" err="1"/>
              <a:t>main</a:t>
            </a:r>
            <a:r>
              <a:rPr lang="pt-BR" dirty="0"/>
              <a:t> = do     </a:t>
            </a:r>
            <a:r>
              <a:rPr lang="pt-BR" dirty="0" err="1"/>
              <a:t>let</a:t>
            </a:r>
            <a:r>
              <a:rPr lang="pt-BR" dirty="0"/>
              <a:t> a=[1,2,3]--Declaração de lista     </a:t>
            </a:r>
          </a:p>
          <a:p>
            <a:pPr marL="0" indent="0">
              <a:buNone/>
            </a:pPr>
            <a:r>
              <a:rPr lang="pt-BR" dirty="0"/>
              <a:t>           </a:t>
            </a:r>
            <a:r>
              <a:rPr lang="pt-BR" dirty="0" err="1"/>
              <a:t>let</a:t>
            </a:r>
            <a:r>
              <a:rPr lang="pt-BR" dirty="0"/>
              <a:t> b=3     </a:t>
            </a:r>
          </a:p>
          <a:p>
            <a:pPr marL="0" indent="0">
              <a:buNone/>
            </a:pPr>
            <a:r>
              <a:rPr lang="pt-BR" dirty="0"/>
              <a:t>           </a:t>
            </a:r>
            <a:r>
              <a:rPr lang="pt-BR" dirty="0" err="1"/>
              <a:t>let</a:t>
            </a:r>
            <a:r>
              <a:rPr lang="pt-BR" dirty="0"/>
              <a:t> </a:t>
            </a:r>
            <a:r>
              <a:rPr lang="pt-BR" dirty="0" err="1"/>
              <a:t>saida</a:t>
            </a:r>
            <a:r>
              <a:rPr lang="pt-BR" dirty="0"/>
              <a:t>= </a:t>
            </a:r>
            <a:r>
              <a:rPr lang="pt-BR" dirty="0" err="1"/>
              <a:t>map</a:t>
            </a:r>
            <a:r>
              <a:rPr lang="pt-BR" dirty="0"/>
              <a:t> </a:t>
            </a:r>
            <a:r>
              <a:rPr lang="pt-BR" dirty="0" err="1"/>
              <a:t>polinomio</a:t>
            </a:r>
            <a:r>
              <a:rPr lang="pt-BR" dirty="0"/>
              <a:t> a--Chamado da função da lista     </a:t>
            </a:r>
          </a:p>
          <a:p>
            <a:pPr marL="0" indent="0">
              <a:buNone/>
            </a:pPr>
            <a:r>
              <a:rPr lang="pt-BR" dirty="0"/>
              <a:t>           </a:t>
            </a:r>
            <a:r>
              <a:rPr lang="pt-BR" dirty="0" err="1"/>
              <a:t>let</a:t>
            </a:r>
            <a:r>
              <a:rPr lang="pt-BR" dirty="0"/>
              <a:t> saida1= </a:t>
            </a:r>
            <a:r>
              <a:rPr lang="pt-BR" dirty="0" err="1"/>
              <a:t>polinomio</a:t>
            </a:r>
            <a:r>
              <a:rPr lang="pt-BR" dirty="0"/>
              <a:t> b --Chamado da função de um dado     </a:t>
            </a:r>
          </a:p>
          <a:p>
            <a:pPr marL="0" indent="0">
              <a:buNone/>
            </a:pPr>
            <a:r>
              <a:rPr lang="pt-BR" dirty="0"/>
              <a:t>          </a:t>
            </a:r>
            <a:r>
              <a:rPr lang="pt-BR" dirty="0" err="1"/>
              <a:t>putStrLn</a:t>
            </a:r>
            <a:r>
              <a:rPr lang="pt-BR" dirty="0"/>
              <a:t> "Saida de dados: "     </a:t>
            </a:r>
          </a:p>
          <a:p>
            <a:pPr marL="0" indent="0">
              <a:buNone/>
            </a:pPr>
            <a:r>
              <a:rPr lang="pt-BR" dirty="0"/>
              <a:t>          print </a:t>
            </a:r>
            <a:r>
              <a:rPr lang="pt-BR" dirty="0" err="1"/>
              <a:t>saida</a:t>
            </a:r>
            <a:r>
              <a:rPr lang="pt-BR" dirty="0"/>
              <a:t> --Impressão da lista     </a:t>
            </a:r>
          </a:p>
          <a:p>
            <a:pPr marL="0" indent="0">
              <a:buNone/>
            </a:pPr>
            <a:r>
              <a:rPr lang="pt-BR" dirty="0"/>
              <a:t>         print saida1 --Impressão de um dado     </a:t>
            </a:r>
          </a:p>
          <a:p>
            <a:pPr marL="0" indent="0">
              <a:buNone/>
            </a:pPr>
            <a:r>
              <a:rPr lang="pt-BR" dirty="0"/>
              <a:t>         print (soma 2 3)--</a:t>
            </a:r>
            <a:r>
              <a:rPr lang="pt-BR" dirty="0" err="1"/>
              <a:t>Impresão</a:t>
            </a:r>
            <a:r>
              <a:rPr lang="pt-BR" dirty="0"/>
              <a:t> da soma</a:t>
            </a:r>
          </a:p>
        </p:txBody>
      </p:sp>
    </p:spTree>
    <p:extLst>
      <p:ext uri="{BB962C8B-B14F-4D97-AF65-F5344CB8AC3E}">
        <p14:creationId xmlns:p14="http://schemas.microsoft.com/office/powerpoint/2010/main" val="2340749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10A84-21E6-0789-9EAF-BB3417FD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0A8C7-5445-F00B-32DB-FE11A72F5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de funções em </a:t>
            </a:r>
            <a:r>
              <a:rPr lang="pt-BR" dirty="0" err="1"/>
              <a:t>Haskell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E8A238-55EA-86A6-58C7-A48A542A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Em </a:t>
            </a:r>
            <a:r>
              <a:rPr lang="pt-BR" dirty="0" err="1"/>
              <a:t>Haskell</a:t>
            </a:r>
            <a:r>
              <a:rPr lang="pt-BR" dirty="0"/>
              <a:t>, uma função normalmente possui duas partes:</a:t>
            </a:r>
          </a:p>
          <a:p>
            <a:pPr lvl="0"/>
            <a:r>
              <a:rPr lang="pt-BR" b="1" dirty="0"/>
              <a:t>Declaração do tipo</a:t>
            </a:r>
            <a:r>
              <a:rPr lang="pt-BR" dirty="0"/>
              <a:t> </a:t>
            </a:r>
          </a:p>
          <a:p>
            <a:pPr lvl="0"/>
            <a:r>
              <a:rPr lang="pt-BR" b="1" dirty="0"/>
              <a:t>Definição da função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nomeFuncao</a:t>
            </a:r>
            <a:r>
              <a:rPr lang="pt-BR" dirty="0"/>
              <a:t> :: </a:t>
            </a:r>
            <a:r>
              <a:rPr lang="pt-BR" dirty="0" err="1"/>
              <a:t>TipoEntrada</a:t>
            </a:r>
            <a:r>
              <a:rPr lang="pt-BR" dirty="0"/>
              <a:t> -&gt; </a:t>
            </a:r>
            <a:r>
              <a:rPr lang="pt-BR" dirty="0" err="1"/>
              <a:t>TipoSaida</a:t>
            </a:r>
            <a:r>
              <a:rPr lang="pt-BR" dirty="0"/>
              <a:t> </a:t>
            </a:r>
          </a:p>
          <a:p>
            <a:r>
              <a:rPr lang="pt-BR" dirty="0" err="1"/>
              <a:t>nomeFuncao</a:t>
            </a:r>
            <a:r>
              <a:rPr lang="pt-BR" dirty="0"/>
              <a:t> </a:t>
            </a:r>
            <a:r>
              <a:rPr lang="pt-BR" dirty="0" err="1"/>
              <a:t>parametro</a:t>
            </a:r>
            <a:r>
              <a:rPr lang="pt-BR" dirty="0"/>
              <a:t> = expressão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6BF4E8-BB55-A24A-8F6D-C71A43244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86350"/>
            <a:ext cx="4128749" cy="10906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1006036-5582-A5C1-70B4-663B3DCF4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5031581"/>
            <a:ext cx="6322674" cy="96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01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BCEE5-EFF4-28CE-68EF-2AE7EF8E6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9E1CB9-8F03-2B68-7E16-50252969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Programação em Haskell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2756BF-6EDE-67EF-EDF4-8AD67B5A8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85044"/>
            <a:ext cx="6846363" cy="39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675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FDFCD-6D78-1DC1-2A95-EAABA720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8E1C64-41E9-3CBD-BB81-9825C7AC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Programação em Haskell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465943-818A-33F2-D768-83429A02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85044"/>
            <a:ext cx="6846363" cy="393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6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58ED6-D2D3-2F01-B924-073F22942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A130B8-0C8B-6948-4FC6-0CCEFE70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Programação em Haskell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5C6FD1E-9FBA-D1C4-549D-ADAF1365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770152"/>
            <a:ext cx="6846363" cy="316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10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56061-EFA6-E0E8-F1B0-6CF35A3F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74543-A8C7-A1EA-53DD-75C3515FA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Programação em Haskell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5213D4-0AB9-7245-D788-D67929EA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32752"/>
            <a:ext cx="6846363" cy="284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43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E5B9-C6FF-9890-60EC-25B09359A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A32FE-4118-3035-3A27-CEC109FF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Haskell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595D74-F6CE-3799-78A1-CEE292DF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1825625"/>
            <a:ext cx="8062912" cy="384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24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1263-C794-E00D-FD83-1A98DD3A8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4BD9D-449A-C02C-F78F-B41DEA77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b="1" dirty="0" err="1"/>
              <a:t>then</a:t>
            </a:r>
            <a:r>
              <a:rPr lang="pt-BR" b="1" dirty="0"/>
              <a:t> </a:t>
            </a:r>
            <a:r>
              <a:rPr lang="pt-BR" b="1" dirty="0" err="1"/>
              <a:t>else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7ED3C4-0DC6-0C15-A817-C9010C36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dirty="0" err="1"/>
              <a:t>Haskell</a:t>
            </a:r>
            <a:r>
              <a:rPr lang="pt-BR" dirty="0"/>
              <a:t>, o </a:t>
            </a:r>
            <a:r>
              <a:rPr lang="pt-BR" dirty="0" err="1"/>
              <a:t>if</a:t>
            </a:r>
            <a:r>
              <a:rPr lang="pt-BR" dirty="0"/>
              <a:t> é uma </a:t>
            </a:r>
            <a:r>
              <a:rPr lang="pt-BR" b="1" dirty="0"/>
              <a:t>expressão</a:t>
            </a:r>
            <a:r>
              <a:rPr lang="pt-BR" dirty="0"/>
              <a:t>, ou seja, ele produz um valor.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94C595-5827-47E6-25D7-5CE36AB83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8395"/>
            <a:ext cx="3000375" cy="429753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83448B-BC90-C447-4958-8DACD6EDB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216067"/>
            <a:ext cx="7000875" cy="28289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862C34F-1A04-C9B8-4FF8-1900724F6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112" y="5161674"/>
            <a:ext cx="31337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709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B6DA1-CEB0-DAA2-7D95-75C0494B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7C42F7-6412-9B89-9928-F5AB2695B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pt-BR" sz="4000"/>
              <a:t>Guardas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69110-BDBD-D978-94BD-18FD552F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pt-BR" sz="1900" dirty="0"/>
              <a:t>No </a:t>
            </a:r>
            <a:r>
              <a:rPr lang="pt-BR" sz="1900" dirty="0" err="1"/>
              <a:t>Haskell</a:t>
            </a:r>
            <a:r>
              <a:rPr lang="pt-BR" sz="1900" dirty="0"/>
              <a:t>, no entanto, existe o conceito de </a:t>
            </a:r>
            <a:r>
              <a:rPr lang="pt-BR" sz="1900" b="1" dirty="0"/>
              <a:t>“guardas”</a:t>
            </a:r>
            <a:r>
              <a:rPr lang="pt-BR" sz="1900" dirty="0"/>
              <a:t>, que são equações condicionais que especificam cada uma das circunstâncias nas quais a definição da função pode ser aplicada.</a:t>
            </a:r>
          </a:p>
          <a:p>
            <a:r>
              <a:rPr lang="pt-BR" sz="1900" dirty="0"/>
              <a:t>Bastante similar ao </a:t>
            </a:r>
            <a:r>
              <a:rPr lang="pt-BR" sz="1900" b="1" dirty="0"/>
              <a:t>switch-case</a:t>
            </a:r>
            <a:r>
              <a:rPr lang="pt-BR" sz="1900" dirty="0"/>
              <a:t> do C++.</a:t>
            </a:r>
          </a:p>
          <a:p>
            <a:r>
              <a:rPr lang="pt-BR" sz="1900" dirty="0"/>
              <a:t>Pode ou não conter a palavra </a:t>
            </a:r>
            <a:r>
              <a:rPr lang="pt-BR" sz="1900" b="1" dirty="0"/>
              <a:t>“</a:t>
            </a:r>
            <a:r>
              <a:rPr lang="pt-BR" sz="1900" b="1" dirty="0" err="1"/>
              <a:t>otherwise</a:t>
            </a:r>
            <a:r>
              <a:rPr lang="pt-BR" sz="1900" b="1" dirty="0"/>
              <a:t>”</a:t>
            </a:r>
            <a:r>
              <a:rPr lang="pt-BR" sz="1900" dirty="0"/>
              <a:t> (“de outra maneira”) como a última condição em uma expressão condicional, de acordo com a necessidade de um caminho padrão.</a:t>
            </a:r>
          </a:p>
          <a:p>
            <a:r>
              <a:rPr lang="pt-BR" sz="1900" dirty="0"/>
              <a:t>Também similar ao </a:t>
            </a:r>
            <a:r>
              <a:rPr lang="pt-BR" sz="1900" b="1" dirty="0"/>
              <a:t>“default”</a:t>
            </a:r>
            <a:r>
              <a:rPr lang="pt-BR" sz="1900" dirty="0"/>
              <a:t> do switch-case.</a:t>
            </a:r>
          </a:p>
          <a:p>
            <a:r>
              <a:rPr lang="pt-BR" sz="1900" dirty="0"/>
              <a:t>Com guardas, a </a:t>
            </a:r>
            <a:r>
              <a:rPr lang="pt-BR" sz="1900" b="1" dirty="0"/>
              <a:t>primeira expressão</a:t>
            </a:r>
            <a:r>
              <a:rPr lang="pt-BR" sz="1900" dirty="0"/>
              <a:t> a ser avaliada como verdadeira, seguindo a ordem da escrita, determina o valor da função. Veja o exemplo, para cálculo de fatorial:</a:t>
            </a:r>
          </a:p>
          <a:p>
            <a:r>
              <a:rPr lang="pt-BR" sz="1900" b="1" dirty="0">
                <a:solidFill>
                  <a:srgbClr val="FF0000"/>
                </a:solidFill>
              </a:rPr>
              <a:t>Aviso:</a:t>
            </a:r>
            <a:r>
              <a:rPr lang="pt-BR" sz="1900" dirty="0">
                <a:solidFill>
                  <a:srgbClr val="FF0000"/>
                </a:solidFill>
              </a:rPr>
              <a:t> Como o </a:t>
            </a:r>
            <a:r>
              <a:rPr lang="pt-BR" sz="1900" dirty="0" err="1">
                <a:solidFill>
                  <a:srgbClr val="FF0000"/>
                </a:solidFill>
              </a:rPr>
              <a:t>Haskell</a:t>
            </a:r>
            <a:r>
              <a:rPr lang="pt-BR" sz="1900" dirty="0">
                <a:solidFill>
                  <a:srgbClr val="FF0000"/>
                </a:solidFill>
              </a:rPr>
              <a:t> não utiliza as chaves para delimitar partes do código relacionadas, fique de olho e tome muito cuidado com a </a:t>
            </a:r>
            <a:r>
              <a:rPr lang="pt-BR" sz="1900" b="1" dirty="0">
                <a:solidFill>
                  <a:srgbClr val="FF0000"/>
                </a:solidFill>
              </a:rPr>
              <a:t>indentação</a:t>
            </a:r>
            <a:r>
              <a:rPr lang="pt-BR" sz="1900" dirty="0">
                <a:solidFill>
                  <a:srgbClr val="FF0000"/>
                </a:solidFill>
              </a:rPr>
              <a:t>. Linhas de código no mesmo nível de indentação significa que pertencem a um mesmo bloco.</a:t>
            </a:r>
          </a:p>
          <a:p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4249648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56809-64E2-58DD-C12D-B4A444B15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EB8A5B-DD06-F918-78F9-296C81CB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t-BR" sz="5400"/>
              <a:t>Guardas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AEDA3-618C-F806-52A9-7E4355BF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t-BR" sz="2200"/>
              <a:t>Escreva uma função que receba 3 parâmetro: a,b e c</a:t>
            </a:r>
          </a:p>
          <a:p>
            <a:r>
              <a:rPr lang="pt-BR" sz="2200"/>
              <a:t>Se a igual a zero deve calcular b^2+3*c</a:t>
            </a:r>
          </a:p>
          <a:p>
            <a:r>
              <a:rPr lang="pt-BR" sz="2200"/>
              <a:t>Se a igual a um deve calcular 2*c^2-3*c</a:t>
            </a:r>
          </a:p>
          <a:p>
            <a:r>
              <a:rPr lang="pt-BR" sz="2200"/>
              <a:t>Se a igual a dos deve calcular 3*c –b^2</a:t>
            </a:r>
          </a:p>
          <a:p>
            <a:r>
              <a:rPr lang="pt-BR" sz="2200"/>
              <a:t>Para outros valores deve retornar zero</a:t>
            </a:r>
          </a:p>
          <a:p>
            <a:endParaRPr lang="pt-BR" sz="2200"/>
          </a:p>
          <a:p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879747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A567E-E6A1-E728-6C00-97532F1F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73A96-A465-120A-A0DB-1E0A57FC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Guardas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54761A-EF6B-6764-EE6A-B89B21B7E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15294B-481F-D4A7-79A5-4BD9780B6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860" y="1256365"/>
            <a:ext cx="5892683" cy="387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69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4AA4F-11AE-1642-78F0-DF433541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7834B-A70B-3ADE-D2CB-2B92604CC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locais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31AB61-2048-4A6F-4407-1B268E374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b="1" dirty="0" err="1"/>
              <a:t>Haskell</a:t>
            </a:r>
            <a:r>
              <a:rPr lang="pt-BR" dirty="0"/>
              <a:t>, </a:t>
            </a:r>
            <a:r>
              <a:rPr lang="pt-BR" dirty="0" err="1"/>
              <a:t>where</a:t>
            </a:r>
            <a:r>
              <a:rPr lang="pt-BR" dirty="0"/>
              <a:t> é utilizado para definir </a:t>
            </a:r>
            <a:r>
              <a:rPr lang="pt-BR" b="1" dirty="0"/>
              <a:t>funções ou valores locais</a:t>
            </a:r>
            <a:r>
              <a:rPr lang="pt-BR" dirty="0"/>
              <a:t> que serão usados dentro de uma função principal. Ele ajuda a organizar o código, evitando repetir cálculos e deixando a função principal mais clara.</a:t>
            </a:r>
          </a:p>
          <a:p>
            <a:r>
              <a:rPr lang="pt-BR" b="1" dirty="0"/>
              <a:t>1. Estrutura básica</a:t>
            </a:r>
          </a:p>
          <a:p>
            <a:r>
              <a:rPr lang="pt-BR" dirty="0"/>
              <a:t>A estrutura é: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1D8FA7-9B07-FFA0-8846-B0895087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4596039"/>
            <a:ext cx="5195246" cy="171586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D0B08C9-660F-249D-49D9-81253BA5B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71779"/>
            <a:ext cx="5595408" cy="154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65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0E11-B928-C782-5AE0-9B2FBFB9A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16B68-F7BB-BFA4-D707-8B6A8D0B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locais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8276EF-8910-737E-A2D1-9A246992B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do cálculo de uma média</a:t>
            </a:r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42A592-10F3-E1C3-F9B3-5BFDA668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2709862"/>
            <a:ext cx="4077067" cy="25098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4A661EE-435F-BB64-6C4D-88E8D1EF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539" y="2814637"/>
            <a:ext cx="2731111" cy="112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97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D86E-D624-5BB7-B3E8-BBD13960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6CFA0-103F-5949-6363-4B8056873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Haskell</a:t>
            </a:r>
            <a:endParaRPr lang="pt-BR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D1185D5-89CC-EDAC-9232-0D9AABA3E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4153" y="1027906"/>
            <a:ext cx="4057650" cy="18383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6958401-D501-2852-6338-06A7078B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8949"/>
            <a:ext cx="7075953" cy="24701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9C2C96-2D45-C214-0796-A1B2F6724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75" y="3529012"/>
            <a:ext cx="22860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86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BE3A-F0AC-B615-921D-07BFFECE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966FF-A460-98A9-CDBE-6DE374A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Haskell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3507FE-40A6-EEF0-F858-4FA30767A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0115A4-1BF6-109B-812A-D62B46B8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15356"/>
            <a:ext cx="4739655" cy="32099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092C97C-51D3-5331-B6B7-7DC2213B2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5425281"/>
            <a:ext cx="3249678" cy="13517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A7C10B-0417-D01F-BC03-F321F68E1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15356"/>
            <a:ext cx="5481055" cy="286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37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25563-C4D9-CCDC-37AE-E574540A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 Locais</a:t>
            </a:r>
            <a:r>
              <a:rPr lang="pt-BR" b="1" dirty="0"/>
              <a:t>– </a:t>
            </a:r>
            <a:r>
              <a:rPr lang="pt-BR" b="1" dirty="0" err="1"/>
              <a:t>let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533350-AB1F-5C43-9FD9-19DA2928F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Também é possível fazer definições locais escrevendo-se uma expressão </a:t>
            </a:r>
            <a:r>
              <a:rPr lang="pt-BR" b="1" dirty="0" err="1"/>
              <a:t>let</a:t>
            </a:r>
            <a:r>
              <a:rPr lang="pt-BR" dirty="0"/>
              <a:t>, formada por uma lista de definições e um corpo (que é uma expressão), introduzidos pelas palavras </a:t>
            </a:r>
            <a:r>
              <a:rPr lang="pt-BR" b="1" dirty="0" err="1"/>
              <a:t>let</a:t>
            </a:r>
            <a:r>
              <a:rPr lang="pt-BR" dirty="0"/>
              <a:t> e </a:t>
            </a:r>
            <a:r>
              <a:rPr lang="pt-BR" b="1" dirty="0"/>
              <a:t>in</a:t>
            </a:r>
            <a:r>
              <a:rPr lang="pt-BR" dirty="0"/>
              <a:t>.</a:t>
            </a:r>
          </a:p>
          <a:p>
            <a:r>
              <a:rPr lang="pt-BR" b="1" dirty="0" err="1"/>
              <a:t>let</a:t>
            </a:r>
            <a:r>
              <a:rPr lang="pt-BR" b="1" dirty="0"/>
              <a:t> </a:t>
            </a:r>
            <a:r>
              <a:rPr lang="pt-BR" dirty="0"/>
              <a:t>definições </a:t>
            </a:r>
            <a:r>
              <a:rPr lang="pt-BR" b="1" dirty="0"/>
              <a:t>in</a:t>
            </a:r>
            <a:r>
              <a:rPr lang="pt-BR" dirty="0"/>
              <a:t> expressão</a:t>
            </a:r>
          </a:p>
          <a:p>
            <a:r>
              <a:rPr lang="pt-BR" dirty="0"/>
              <a:t>O escopo dos nomes definidos na expressão </a:t>
            </a:r>
            <a:r>
              <a:rPr lang="pt-BR" dirty="0" err="1"/>
              <a:t>let</a:t>
            </a:r>
            <a:r>
              <a:rPr lang="pt-BR" dirty="0"/>
              <a:t> se restringe à própria </a:t>
            </a:r>
            <a:r>
              <a:rPr lang="pt-BR" dirty="0" err="1"/>
              <a:t>express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5E9586-26C1-08BE-AA33-477256AB7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62" y="4071937"/>
            <a:ext cx="4319588" cy="243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21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852C-DB67-CC13-8881-44E821A8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989CD-E79D-13BB-6C38-BBBCE21F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Exemplo: cálculo da área da superfície de um cilindro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11945D-3C35-51F0-EE2D-ABF4C0C3F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490" y="1825625"/>
            <a:ext cx="10515600" cy="4351338"/>
          </a:xfrm>
        </p:spPr>
        <p:txBody>
          <a:bodyPr/>
          <a:lstStyle/>
          <a:p>
            <a:r>
              <a:rPr lang="pt-BR" dirty="0"/>
              <a:t>Vejamos um exemplo de uma função que calcula a área da superfície de um cilindro, escrita abaixo: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892457-6FF9-6A69-CC46-EEA6F700F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9912"/>
            <a:ext cx="5284090" cy="29575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5972485-A9E9-01EB-2D26-C9B63290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790" y="3759993"/>
            <a:ext cx="3622568" cy="123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29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42709-0945-5889-D12C-7A2966E0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98A1EA-4174-325F-C82D-54771EE4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t-BR" sz="5400" b="1"/>
              <a:t>Funções Recursivas em Haskell</a:t>
            </a:r>
            <a:br>
              <a:rPr lang="pt-BR" sz="5400" b="1"/>
            </a:br>
            <a:endParaRPr lang="pt-BR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77BBEA-48CC-FF1B-266D-7048B12E8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t-BR" sz="2000"/>
              <a:t>Em Haskell, uma vez que não é possível controlar o estado do programa ou de variáveis de controle, </a:t>
            </a:r>
            <a:r>
              <a:rPr lang="pt-BR" sz="2000" b="1"/>
              <a:t>não existem estruturas de repetição</a:t>
            </a:r>
            <a:r>
              <a:rPr lang="pt-BR" sz="2000"/>
              <a:t> tradicionais, como for e while.</a:t>
            </a:r>
          </a:p>
          <a:p>
            <a:r>
              <a:rPr lang="pt-BR" sz="2000"/>
              <a:t>Toda repetição necessária deve ser efetuada através de </a:t>
            </a:r>
            <a:r>
              <a:rPr lang="pt-BR" sz="2000" b="1"/>
              <a:t>recursão</a:t>
            </a:r>
            <a:r>
              <a:rPr lang="pt-BR" sz="2000"/>
              <a:t>.</a:t>
            </a:r>
          </a:p>
          <a:p>
            <a:r>
              <a:rPr lang="pt-BR" sz="2000"/>
              <a:t>Uma </a:t>
            </a:r>
            <a:r>
              <a:rPr lang="pt-BR" sz="2000" b="1"/>
              <a:t>função recursiva</a:t>
            </a:r>
            <a:r>
              <a:rPr lang="pt-BR" sz="2000"/>
              <a:t> é uma função definida em termos dela mesma.</a:t>
            </a:r>
          </a:p>
          <a:p>
            <a:r>
              <a:rPr lang="pt-BR" sz="2000"/>
              <a:t>Ela possui três partes principais:</a:t>
            </a:r>
          </a:p>
          <a:p>
            <a:pPr lvl="0"/>
            <a:r>
              <a:rPr lang="pt-BR" sz="2000" b="1"/>
              <a:t>A partição do problema em subproblemas;</a:t>
            </a:r>
            <a:r>
              <a:rPr lang="pt-BR" sz="2000"/>
              <a:t> </a:t>
            </a:r>
          </a:p>
          <a:p>
            <a:pPr lvl="0"/>
            <a:r>
              <a:rPr lang="pt-BR" sz="2000" b="1"/>
              <a:t>A base final da recursão</a:t>
            </a:r>
            <a:r>
              <a:rPr lang="pt-BR" sz="2000"/>
              <a:t>, quando os problemas são tão pequenos que podem ser resolvidos diretamente, geralmente de maneira trivial (</a:t>
            </a:r>
            <a:r>
              <a:rPr lang="pt-BR" sz="2000" b="1"/>
              <a:t>caso base</a:t>
            </a:r>
            <a:r>
              <a:rPr lang="pt-BR" sz="2000"/>
              <a:t>); </a:t>
            </a:r>
          </a:p>
          <a:p>
            <a:pPr lvl="0"/>
            <a:r>
              <a:rPr lang="pt-BR" sz="2000" b="1"/>
              <a:t>A combinação das respostas parciais</a:t>
            </a:r>
            <a:r>
              <a:rPr lang="pt-BR" sz="2000"/>
              <a:t>, formando a resposta total.</a:t>
            </a:r>
          </a:p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582630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A5322-2F02-30F5-C23A-D6A1EEF9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0ACCC8-5640-EDE6-944A-A6CD6061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Exemplo: função fatorial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D833F0-49D6-D796-9C36-A2B542135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exemplo de função recursiva, podemos considerar o tradicional cálculo do </a:t>
            </a:r>
            <a:r>
              <a:rPr lang="pt-BR" b="1" dirty="0"/>
              <a:t>fatorial de um número natural</a:t>
            </a:r>
            <a:r>
              <a:rPr lang="pt-BR" dirty="0"/>
              <a:t>.</a:t>
            </a:r>
          </a:p>
          <a:p>
            <a:r>
              <a:rPr lang="pt-BR" dirty="0"/>
              <a:t>A função pode ser definida recursivamente como: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6A7B03-58AE-5E2E-F153-19992F3A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3529012"/>
            <a:ext cx="4196972" cy="24241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08DDB04-5FE8-F611-C696-FE263E87F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4067174"/>
            <a:ext cx="3458936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9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24DEB-30C3-8A85-6ED7-6D68AF77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44BFD7-85AA-2F61-D18F-576BFECC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funciona?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5499A1-5A4D-2DE6-9B65-208312E4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600"/>
              <a:t>A função é definida em termos dela mesma, ou seja, a resposta depende de </a:t>
            </a:r>
            <a:r>
              <a:rPr lang="en-US" sz="1600" b="1"/>
              <a:t>outra chamada da mesma função</a:t>
            </a:r>
            <a:r>
              <a:rPr lang="en-US" sz="1600"/>
              <a:t>.</a:t>
            </a:r>
          </a:p>
          <a:p>
            <a:pPr marL="0"/>
            <a:r>
              <a:rPr lang="en-US" sz="1600" b="1"/>
              <a:t>Como funciona?</a:t>
            </a:r>
          </a:p>
          <a:p>
            <a:r>
              <a:rPr lang="en-US" sz="1600"/>
              <a:t>O primeiro guarda estabelece que:</a:t>
            </a:r>
          </a:p>
          <a:p>
            <a:r>
              <a:rPr lang="en-US" sz="1600"/>
              <a:t>n == 0 = 1</a:t>
            </a:r>
          </a:p>
          <a:p>
            <a:r>
              <a:rPr lang="en-US" sz="1600"/>
              <a:t>Esse é o </a:t>
            </a:r>
            <a:r>
              <a:rPr lang="en-US" sz="1600" b="1"/>
              <a:t>caso base</a:t>
            </a:r>
            <a:r>
              <a:rPr lang="en-US" sz="1600"/>
              <a:t>.</a:t>
            </a:r>
          </a:p>
          <a:p>
            <a:r>
              <a:rPr lang="en-US" sz="1600"/>
              <a:t>O segundo guarda estabelece que o fatorial de um número positivo é o produto deste número pelo fatorial de seu antecessor:</a:t>
            </a:r>
          </a:p>
          <a:p>
            <a:r>
              <a:rPr lang="en-US" sz="1600"/>
              <a:t>n &gt; 0 = n * fatorial (n-1)</a:t>
            </a:r>
          </a:p>
          <a:p>
            <a:r>
              <a:rPr lang="en-US" sz="1600"/>
              <a:t>Esse é o </a:t>
            </a:r>
            <a:r>
              <a:rPr lang="en-US" sz="1600" b="1"/>
              <a:t>caso recursivo</a:t>
            </a:r>
            <a:r>
              <a:rPr lang="en-US" sz="1600"/>
              <a:t>.</a:t>
            </a:r>
          </a:p>
          <a:p>
            <a:endParaRPr lang="en-US" sz="1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169731D6-508D-8280-292A-CEFC6D72C732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900"/>
              <a:t>Por exemplo:</a:t>
            </a:r>
          </a:p>
          <a:p>
            <a:r>
              <a:rPr lang="en-US" sz="1900"/>
              <a:t>fatorial 4 é calculado como:</a:t>
            </a:r>
          </a:p>
          <a:p>
            <a:r>
              <a:rPr lang="en-US" sz="1900"/>
              <a:t>4 * fatorial 3</a:t>
            </a:r>
          </a:p>
          <a:p>
            <a:r>
              <a:rPr lang="en-US" sz="1900"/>
              <a:t>4 * (3 * fatorial 2)</a:t>
            </a:r>
          </a:p>
          <a:p>
            <a:r>
              <a:rPr lang="en-US" sz="1900"/>
              <a:t>4 * (3 * (2 * fatorial 1))</a:t>
            </a:r>
          </a:p>
          <a:p>
            <a:r>
              <a:rPr lang="en-US" sz="1900"/>
              <a:t>4 * (3 * (2 * (1 * fatorial 0)))</a:t>
            </a:r>
          </a:p>
          <a:p>
            <a:r>
              <a:rPr lang="en-US" sz="1900"/>
              <a:t>4 * 3 * 2 * 1 * 1</a:t>
            </a:r>
          </a:p>
          <a:p>
            <a:r>
              <a:rPr lang="en-US" sz="1900"/>
              <a:t>24</a:t>
            </a:r>
          </a:p>
          <a:p>
            <a:pPr marL="0"/>
            <a:r>
              <a:rPr lang="en-US" sz="1900"/>
              <a:t>Portanto:</a:t>
            </a:r>
          </a:p>
          <a:p>
            <a:pPr marL="0"/>
            <a:r>
              <a:rPr lang="en-US" sz="1900"/>
              <a:t>fatorial 4 = 24</a:t>
            </a:r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389570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5A70C-E907-ECBF-F0BF-898D2BE1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2FA6B-2AF6-3B1F-AA67-F020DDB2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240BEC-40E7-5E0F-FB82-046C84669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A32F20-769B-E107-563B-6CF5CCC8C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024062"/>
            <a:ext cx="4752975" cy="400078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F8ADF5-AF38-832F-2CDF-9A855E232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2" y="3233879"/>
            <a:ext cx="3809890" cy="135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402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BDE4F-1298-3685-7E2D-EA366C8E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3866A0-2475-C124-4E11-BAFDD248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pt-BR" sz="3800" b="1"/>
              <a:t>Recursão em cauda</a:t>
            </a:r>
            <a:br>
              <a:rPr lang="pt-BR" sz="3800" b="1"/>
            </a:br>
            <a:endParaRPr lang="pt-BR" sz="38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280380-7A76-2AE7-7D3E-F0F49F474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pt-BR" sz="1700" b="1" dirty="0"/>
              <a:t>Recursão em cauda</a:t>
            </a:r>
            <a:r>
              <a:rPr lang="pt-BR" sz="1700" dirty="0"/>
              <a:t> é um tipo especial de recursão em que o resultado da chamada recursiva </a:t>
            </a:r>
            <a:r>
              <a:rPr lang="pt-BR" sz="1700" b="1" dirty="0"/>
              <a:t>não precisa ser processado posteriormente</a:t>
            </a:r>
            <a:r>
              <a:rPr lang="pt-BR" sz="1700" dirty="0"/>
              <a:t> para produzir o resultado final.</a:t>
            </a:r>
          </a:p>
          <a:p>
            <a:r>
              <a:rPr lang="pt-BR" sz="1700" dirty="0"/>
              <a:t>Uma forma de calcular a potência de 2 utilizando um acumulador é:</a:t>
            </a:r>
          </a:p>
          <a:p>
            <a:r>
              <a:rPr lang="pt-BR" sz="1700" dirty="0"/>
              <a:t>segundo argumento, acumulado, guarda o valor que já foi calculado.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92CA0E-8D51-D8FF-E6AC-7AE442D6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29319"/>
            <a:ext cx="6903720" cy="379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51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1865</Words>
  <Application>Microsoft Office PowerPoint</Application>
  <PresentationFormat>Widescreen</PresentationFormat>
  <Paragraphs>172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Tema do Office</vt:lpstr>
      <vt:lpstr>Paradigma funcional</vt:lpstr>
      <vt:lpstr>O Paradigma Funcional: Princípios </vt:lpstr>
      <vt:lpstr>Os Pilares da Programação Funcional </vt:lpstr>
      <vt:lpstr>Os Pilares da Programação Funcional </vt:lpstr>
      <vt:lpstr>Os Pilares da Programação Funcional </vt:lpstr>
      <vt:lpstr>O paradigma funcional</vt:lpstr>
      <vt:lpstr>Vantagens </vt:lpstr>
      <vt:lpstr>Desvantagens </vt:lpstr>
      <vt:lpstr>Exemeplo </vt:lpstr>
      <vt:lpstr>Exemplo </vt:lpstr>
      <vt:lpstr>Haskell</vt:lpstr>
      <vt:lpstr>Exemplos </vt:lpstr>
      <vt:lpstr>Comparações</vt:lpstr>
      <vt:lpstr>Comparações</vt:lpstr>
      <vt:lpstr>Comparações </vt:lpstr>
      <vt:lpstr>Comparações </vt:lpstr>
      <vt:lpstr>Atividade</vt:lpstr>
      <vt:lpstr>Programação em Haskell</vt:lpstr>
      <vt:lpstr>Programação em Haskell</vt:lpstr>
      <vt:lpstr>Programação em Haskell</vt:lpstr>
      <vt:lpstr>Programação em Haskell</vt:lpstr>
      <vt:lpstr>Definição de funções em Haskell</vt:lpstr>
      <vt:lpstr>Programação em Haskell</vt:lpstr>
      <vt:lpstr>Programação em Haskell</vt:lpstr>
      <vt:lpstr>Programação em Haskell</vt:lpstr>
      <vt:lpstr>Programação em Haskell</vt:lpstr>
      <vt:lpstr>Programação em Haskell</vt:lpstr>
      <vt:lpstr>if then else </vt:lpstr>
      <vt:lpstr>Guardas</vt:lpstr>
      <vt:lpstr>Guardas</vt:lpstr>
      <vt:lpstr>Guardas</vt:lpstr>
      <vt:lpstr>Funções locais</vt:lpstr>
      <vt:lpstr>Funções locais</vt:lpstr>
      <vt:lpstr>Programação em Haskell</vt:lpstr>
      <vt:lpstr>Programação em Haskell</vt:lpstr>
      <vt:lpstr>Definições Locais– let </vt:lpstr>
      <vt:lpstr>Exemplo: cálculo da área da superfície de um cilindro </vt:lpstr>
      <vt:lpstr>Funções Recursivas em Haskell </vt:lpstr>
      <vt:lpstr>Exemplo: função fatorial </vt:lpstr>
      <vt:lpstr>Como funciona?</vt:lpstr>
      <vt:lpstr>Exemplo</vt:lpstr>
      <vt:lpstr>Recursão em cauda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Enrique Parra Muñoz</dc:creator>
  <cp:lastModifiedBy>Miguel Enrique Parra Muñoz</cp:lastModifiedBy>
  <cp:revision>1</cp:revision>
  <dcterms:created xsi:type="dcterms:W3CDTF">2026-09-21T11:40:01Z</dcterms:created>
  <dcterms:modified xsi:type="dcterms:W3CDTF">2026-09-22T17:49:59Z</dcterms:modified>
</cp:coreProperties>
</file>